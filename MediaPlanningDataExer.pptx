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presProps.xml" ContentType="application/vnd.openxmlformats-officedocument.presentationml.presProps+xml"/>
  <Override PartName="/ppt/media/image1.png" ContentType="image/png"/>
  <Override PartName="/ppt/media/image14.emf" ContentType="image/x-emf"/>
  <Override PartName="/ppt/media/image8.wmf" ContentType="image/x-wmf"/>
  <Override PartName="/ppt/media/image2.png" ContentType="image/png"/>
  <Override PartName="/ppt/media/image3.png" ContentType="image/png"/>
  <Override PartName="/ppt/media/image22.emf" ContentType="image/x-emf"/>
  <Override PartName="/ppt/media/image4.png" ContentType="image/png"/>
  <Override PartName="/ppt/media/image5.png" ContentType="image/png"/>
  <Override PartName="/ppt/media/image23.emf" ContentType="image/x-emf"/>
  <Override PartName="/ppt/media/image6.png" ContentType="image/png"/>
  <Override PartName="/ppt/media/image24.emf" ContentType="image/x-emf"/>
  <Override PartName="/ppt/media/image7.png" ContentType="image/png"/>
  <Override PartName="/ppt/media/image25.emf" ContentType="image/x-emf"/>
  <Override PartName="/ppt/media/image9.wmf" ContentType="image/x-wmf"/>
  <Override PartName="/ppt/media/image15.emf" ContentType="image/x-emf"/>
  <Override PartName="/ppt/media/image10.png" ContentType="image/png"/>
  <Override PartName="/ppt/media/image19.emf" ContentType="image/x-emf"/>
  <Override PartName="/ppt/media/image11.png" ContentType="image/png"/>
  <Override PartName="/ppt/media/image12.png" ContentType="image/png"/>
  <Override PartName="/ppt/media/image13.png" ContentType="image/png"/>
  <Override PartName="/ppt/media/image16.emf" ContentType="image/x-emf"/>
  <Override PartName="/ppt/media/image17.emf" ContentType="image/x-emf"/>
  <Override PartName="/ppt/media/image18.emf" ContentType="image/x-emf"/>
  <Override PartName="/ppt/media/image20.png" ContentType="image/png"/>
  <Override PartName="/ppt/media/image21.png" ContentType="image/png"/>
  <Override PartName="/ppt/media/image26.emf" ContentType="image/x-emf"/>
  <Override PartName="/ppt/media/image27.emf" ContentType="image/x-emf"/>
  <Override PartName="/ppt/media/image28.wmf" ContentType="image/x-wmf"/>
  <Override PartName="/ppt/media/image29.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6" r:id="rId5"/>
    <p:sldMasterId id="2147483658" r:id="rId6"/>
    <p:sldMasterId id="2147483660" r:id="rId7"/>
    <p:sldMasterId id="2147483662" r:id="rId8"/>
    <p:sldMasterId id="2147483664" r:id="rId9"/>
    <p:sldMasterId id="2147483666" r:id="rId10"/>
  </p:sld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Lst>
  <p:sldSz cx="10080625" cy="567055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ivid">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0DE9267E-8123-47E7-854B-9B3671FE157A}"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12"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13" name="PlaceHolder 2"/>
          <p:cNvSpPr>
            <a:spLocks noGrp="1"/>
          </p:cNvSpPr>
          <p:nvPr>
            <p:ph type="subTitle"/>
          </p:nvPr>
        </p:nvSpPr>
        <p:spPr>
          <a:xfrm>
            <a:off x="540000" y="1440000"/>
            <a:ext cx="8998920" cy="350892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2F36D9D3-CFC0-45B3-8F3B-9CE6D29527CB}"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Vivid1">
    <p:spTree>
      <p:nvGrpSpPr>
        <p:cNvPr id="1" name=""/>
        <p:cNvGrpSpPr/>
        <p:nvPr/>
      </p:nvGrpSpPr>
      <p:grpSpPr>
        <a:xfrm>
          <a:off x="0" y="0"/>
          <a:ext cx="0" cy="0"/>
          <a:chOff x="0" y="0"/>
          <a:chExt cx="0" cy="0"/>
        </a:xfrm>
      </p:grpSpPr>
      <p:sp>
        <p:nvSpPr>
          <p:cNvPr id="20"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21" name="PlaceHolder 2"/>
          <p:cNvSpPr>
            <a:spLocks noGrp="1"/>
          </p:cNvSpPr>
          <p:nvPr>
            <p:ph/>
          </p:nvPr>
        </p:nvSpPr>
        <p:spPr>
          <a:xfrm>
            <a:off x="540000" y="1440000"/>
            <a:ext cx="8998920" cy="35089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92799762-6A91-436F-9E32-EE90238F22FD}"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ivid1">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DB30449A-9349-48B4-8DC2-9DC952133DD1}"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Vivid1">
    <p:spTree>
      <p:nvGrpSpPr>
        <p:cNvPr id="1" name=""/>
        <p:cNvGrpSpPr/>
        <p:nvPr/>
      </p:nvGrpSpPr>
      <p:grpSpPr>
        <a:xfrm>
          <a:off x="0" y="0"/>
          <a:ext cx="0" cy="0"/>
          <a:chOff x="0" y="0"/>
          <a:chExt cx="0" cy="0"/>
        </a:xfrm>
      </p:grpSpPr>
      <p:sp>
        <p:nvSpPr>
          <p:cNvPr id="22"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23" name="PlaceHolder 2"/>
          <p:cNvSpPr>
            <a:spLocks noGrp="1"/>
          </p:cNvSpPr>
          <p:nvPr>
            <p:ph type="subTitle"/>
          </p:nvPr>
        </p:nvSpPr>
        <p:spPr>
          <a:xfrm>
            <a:off x="540000" y="1440000"/>
            <a:ext cx="8998920" cy="350892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E1E2DA13-B3B4-4509-884A-6F7B6D18FEFF}"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84DDBCD2-DFC2-459C-86D3-B2991A5D4BF5}" type="slidenum">
              <a:t>&lt;#&gt;</a:t>
            </a:fld>
          </a:p>
        </p:txBody>
      </p:sp>
      <p:sp>
        <p:nvSpPr>
          <p:cNvPr id="4" name="PlaceHolder 3"/>
          <p:cNvSpPr>
            <a:spLocks noGrp="1"/>
          </p:cNvSpPr>
          <p:nvPr>
            <p:ph type="dt" idx="12"/>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spTree>
      <p:nvGrpSpPr>
        <p:cNvPr id="1" name=""/>
        <p:cNvGrpSpPr/>
        <p:nvPr/>
      </p:nvGrpSpPr>
      <p:grpSpPr>
        <a:xfrm>
          <a:off x="0" y="0"/>
          <a:ext cx="0" cy="0"/>
          <a:chOff x="0" y="0"/>
          <a:chExt cx="0" cy="0"/>
        </a:xfrm>
      </p:grpSpPr>
      <p:sp>
        <p:nvSpPr>
          <p:cNvPr id="34"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35" name="PlaceHolder 2"/>
          <p:cNvSpPr>
            <a:spLocks noGrp="1"/>
          </p:cNvSpPr>
          <p:nvPr>
            <p:ph type="subTitle"/>
          </p:nvPr>
        </p:nvSpPr>
        <p:spPr>
          <a:xfrm>
            <a:off x="540000" y="1440000"/>
            <a:ext cx="8998920" cy="350892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C0430EEF-E503-4861-BBA7-A301CAF4A4E9}"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20576544-7DB3-4EE9-834D-B15FEB090A79}"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
    <p:spTree>
      <p:nvGrpSpPr>
        <p:cNvPr id="1" name=""/>
        <p:cNvGrpSpPr/>
        <p:nvPr/>
      </p:nvGrpSpPr>
      <p:grpSpPr>
        <a:xfrm>
          <a:off x="0" y="0"/>
          <a:ext cx="0" cy="0"/>
          <a:chOff x="0" y="0"/>
          <a:chExt cx="0" cy="0"/>
        </a:xfrm>
      </p:grpSpPr>
      <p:sp>
        <p:nvSpPr>
          <p:cNvPr id="47"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48" name="PlaceHolder 2"/>
          <p:cNvSpPr>
            <a:spLocks noGrp="1"/>
          </p:cNvSpPr>
          <p:nvPr>
            <p:ph type="subTitle"/>
          </p:nvPr>
        </p:nvSpPr>
        <p:spPr>
          <a:xfrm>
            <a:off x="540000" y="1440000"/>
            <a:ext cx="8998920" cy="350892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CCD3AD81-543E-40EA-9647-C81D6FD74EAF}"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D4290AE1-5427-4A9F-9C9C-55A717C2D9A7}" type="slidenum">
              <a:t>&lt;#&gt;</a:t>
            </a:fld>
          </a:p>
        </p:txBody>
      </p:sp>
      <p:sp>
        <p:nvSpPr>
          <p:cNvPr id="4" name="PlaceHolder 3"/>
          <p:cNvSpPr>
            <a:spLocks noGrp="1"/>
          </p:cNvSpPr>
          <p:nvPr>
            <p:ph type="dt" idx="24"/>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ivid2">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CEF3C382-57BE-4A78-B219-CDC13381DF20}" type="slidenum">
              <a:t>&lt;#&gt;</a:t>
            </a:fld>
          </a:p>
        </p:txBody>
      </p:sp>
      <p:sp>
        <p:nvSpPr>
          <p:cNvPr id="4" name="PlaceHolder 3"/>
          <p:cNvSpPr>
            <a:spLocks noGrp="1"/>
          </p:cNvSpPr>
          <p:nvPr>
            <p:ph type="dt" idx="27"/>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6.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7.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8.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9.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10.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p:nvPr/>
        </p:nvSpPr>
        <p:spPr>
          <a:xfrm>
            <a:off x="0" y="3780000"/>
            <a:ext cx="10078920" cy="1888920"/>
          </a:xfrm>
          <a:prstGeom prst="rect">
            <a:avLst/>
          </a:prstGeom>
          <a:pattFill prst="lgGrid">
            <a:fgClr>
              <a:srgbClr val="3465a4"/>
            </a:fgClr>
            <a:bgClr>
              <a:srgbClr val="009eda"/>
            </a:bgClr>
          </a:pattFill>
          <a:ln w="18000">
            <a:noFill/>
          </a:ln>
          <a:effectLst>
            <a:outerShdw blurRad="0" dir="16200000" dist="36000" rotWithShape="0">
              <a:srgbClr val="f49100"/>
            </a:outerShdw>
          </a:effectLst>
        </p:spPr>
        <p:style>
          <a:lnRef idx="0"/>
          <a:fillRef idx="0"/>
          <a:effectRef idx="0"/>
          <a:fontRef idx="minor"/>
        </p:style>
        <p:txBody>
          <a:bodyPr wrap="none" lIns="36000" rIns="36000" tIns="36000" bIns="36000" anchor="ctr">
            <a:noAutofit/>
          </a:bodyPr>
          <a:p>
            <a:pPr>
              <a:lnSpc>
                <a:spcPct val="100000"/>
              </a:lnSpc>
            </a:pPr>
            <a:endParaRPr b="0" lang="en-US" sz="2200" strike="noStrike" u="none">
              <a:solidFill>
                <a:srgbClr val="ffffff"/>
              </a:solidFill>
              <a:uFillTx/>
              <a:latin typeface="Source Sans Pro"/>
              <a:ea typeface="DejaVu Sans"/>
            </a:endParaRPr>
          </a:p>
        </p:txBody>
      </p:sp>
      <p:sp>
        <p:nvSpPr>
          <p:cNvPr id="1" name="PlaceHolder 1"/>
          <p:cNvSpPr>
            <a:spLocks noGrp="1"/>
          </p:cNvSpPr>
          <p:nvPr>
            <p:ph type="ftr" idx="1"/>
          </p:nvPr>
        </p:nvSpPr>
        <p:spPr>
          <a:xfrm>
            <a:off x="3420000" y="5130000"/>
            <a:ext cx="3238920" cy="448920"/>
          </a:xfrm>
          <a:prstGeom prst="rect">
            <a:avLst/>
          </a:prstGeom>
          <a:noFill/>
          <a:ln w="0">
            <a:solidFill>
              <a:srgbClr val="808080"/>
            </a:solidFill>
          </a:ln>
        </p:spPr>
        <p:txBody>
          <a:bodyPr lIns="0" rIns="0" tIns="0" bIns="0" anchor="t">
            <a:noAutofit/>
          </a:bodyPr>
          <a:lstStyle>
            <a:lvl1pPr indent="0" algn="ctr">
              <a:lnSpc>
                <a:spcPct val="100000"/>
              </a:lnSpc>
              <a:buNone/>
              <a:tabLst>
                <a:tab algn="l" pos="0"/>
              </a:tabLst>
              <a:defRPr b="0" lang="en-US" sz="2400" strike="noStrike" u="none">
                <a:solidFill>
                  <a:srgbClr val="dbf5f9"/>
                </a:solidFill>
                <a:uFillTx/>
                <a:latin typeface="Source Sans Pro"/>
              </a:defRPr>
            </a:lvl1pPr>
          </a:lstStyle>
          <a:p>
            <a:pPr indent="0" algn="ctr">
              <a:lnSpc>
                <a:spcPct val="100000"/>
              </a:lnSpc>
              <a:buNone/>
              <a:tabLst>
                <a:tab algn="l" pos="0"/>
              </a:tabLst>
            </a:pPr>
            <a:r>
              <a:rPr b="0" lang="en-US" sz="2400" strike="noStrike" u="none">
                <a:solidFill>
                  <a:srgbClr val="dbf5f9"/>
                </a:solidFill>
                <a:uFillTx/>
                <a:latin typeface="Source Sans Pro"/>
              </a:rPr>
              <a:t>&lt;footer&gt;</a:t>
            </a:r>
            <a:endParaRPr b="0" lang="en-US" sz="2400" strike="noStrike" u="none">
              <a:solidFill>
                <a:srgbClr val="000000"/>
              </a:solidFill>
              <a:uFillTx/>
              <a:latin typeface="Times New Roman"/>
            </a:endParaRPr>
          </a:p>
        </p:txBody>
      </p:sp>
      <p:sp>
        <p:nvSpPr>
          <p:cNvPr id="2" name="PlaceHolder 2"/>
          <p:cNvSpPr>
            <a:spLocks noGrp="1"/>
          </p:cNvSpPr>
          <p:nvPr>
            <p:ph type="sldNum" idx="2"/>
          </p:nvPr>
        </p:nvSpPr>
        <p:spPr>
          <a:xfrm>
            <a:off x="7200000" y="5130000"/>
            <a:ext cx="2338920" cy="448920"/>
          </a:xfrm>
          <a:prstGeom prst="rect">
            <a:avLst/>
          </a:prstGeom>
          <a:noFill/>
          <a:ln w="0">
            <a:solidFill>
              <a:srgbClr val="808080"/>
            </a:solidFill>
          </a:ln>
        </p:spPr>
        <p:txBody>
          <a:bodyPr lIns="0" rIns="0" tIns="0" bIns="0" anchor="t">
            <a:noAutofit/>
          </a:bodyPr>
          <a:lstStyle>
            <a:lvl1pPr indent="0" algn="r">
              <a:lnSpc>
                <a:spcPct val="100000"/>
              </a:lnSpc>
              <a:buNone/>
              <a:tabLst>
                <a:tab algn="l" pos="0"/>
              </a:tabLst>
              <a:defRPr b="0" lang="en-US" sz="2400" strike="noStrike" u="none">
                <a:solidFill>
                  <a:srgbClr val="dbf5f9"/>
                </a:solidFill>
                <a:uFillTx/>
                <a:latin typeface="Source Sans Pro"/>
              </a:defRPr>
            </a:lvl1pPr>
          </a:lstStyle>
          <a:p>
            <a:pPr indent="0" algn="r">
              <a:lnSpc>
                <a:spcPct val="100000"/>
              </a:lnSpc>
              <a:buNone/>
              <a:tabLst>
                <a:tab algn="l" pos="0"/>
              </a:tabLst>
            </a:pPr>
            <a:fld id="{151A6879-C700-4EA9-ABF4-9E0C05AB3DBB}" type="slidenum">
              <a:rPr b="0" lang="en-US" sz="2400" strike="noStrike" u="none">
                <a:solidFill>
                  <a:srgbClr val="dbf5f9"/>
                </a:solidFill>
                <a:uFillTx/>
                <a:latin typeface="Source Sans Pro"/>
              </a:rPr>
              <a:t>&lt;number&gt;</a:t>
            </a:fld>
            <a:endParaRPr b="0" lang="en-US" sz="2400" strike="noStrike" u="none">
              <a:solidFill>
                <a:srgbClr val="000000"/>
              </a:solidFill>
              <a:uFillTx/>
              <a:latin typeface="Times New Roman"/>
            </a:endParaRPr>
          </a:p>
        </p:txBody>
      </p:sp>
      <p:sp>
        <p:nvSpPr>
          <p:cNvPr id="3" name="PlaceHolder 3"/>
          <p:cNvSpPr>
            <a:spLocks noGrp="1"/>
          </p:cNvSpPr>
          <p:nvPr>
            <p:ph type="dt" idx="3"/>
          </p:nvPr>
        </p:nvSpPr>
        <p:spPr>
          <a:xfrm>
            <a:off x="450000" y="5130000"/>
            <a:ext cx="2338920" cy="448920"/>
          </a:xfrm>
          <a:prstGeom prst="rect">
            <a:avLst/>
          </a:prstGeom>
          <a:noFill/>
          <a:ln w="0">
            <a:solidFill>
              <a:srgbClr val="808080"/>
            </a:solid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&lt;date/time&gt;</a:t>
            </a:r>
            <a:endParaRPr b="0" lang="en-US" sz="1400" strike="noStrike" u="none">
              <a:solidFill>
                <a:srgbClr val="000000"/>
              </a:solidFill>
              <a:uFillTx/>
              <a:latin typeface="Times New Roman"/>
            </a:endParaRPr>
          </a:p>
        </p:txBody>
      </p:sp>
      <p:sp>
        <p:nvSpPr>
          <p:cNvPr id="4"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trike="noStrike" u="none">
                <a:solidFill>
                  <a:srgbClr val="000000"/>
                </a:solidFill>
                <a:uFillTx/>
                <a:latin typeface="Arial"/>
              </a:rPr>
              <a:t>Click to edit the title text format</a:t>
            </a:r>
            <a:endParaRPr b="0" lang="en-US" sz="4400" strike="noStrike" u="none">
              <a:solidFill>
                <a:srgbClr val="000000"/>
              </a:solidFill>
              <a:uFillTx/>
              <a:latin typeface="Arial"/>
            </a:endParaRPr>
          </a:p>
        </p:txBody>
      </p:sp>
      <p:sp>
        <p:nvSpPr>
          <p:cNvPr id="5"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uFillTx/>
                <a:latin typeface="Arial"/>
              </a:rPr>
              <a:t>Click to edit the outline text format</a:t>
            </a:r>
            <a:endParaRPr b="0" lang="en-US" sz="32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uFillTx/>
                <a:latin typeface="Arial"/>
              </a:rPr>
              <a:t>Second Outline Level</a:t>
            </a:r>
            <a:endParaRPr b="0" lang="en-US" sz="2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uFillTx/>
                <a:latin typeface="Arial"/>
              </a:rPr>
              <a:t>Third Outline Level</a:t>
            </a:r>
            <a:endParaRPr b="0" lang="en-US" sz="24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uFillTx/>
                <a:latin typeface="Arial"/>
              </a:rPr>
              <a:t>Fourth Outline Level</a:t>
            </a:r>
            <a:endParaRPr b="0" lang="en-US" sz="20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uFillTx/>
                <a:latin typeface="Arial"/>
              </a:rPr>
              <a:t>Fifth Outline Level</a:t>
            </a:r>
            <a:endParaRPr b="0" lang="en-US" sz="20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uFillTx/>
                <a:latin typeface="Arial"/>
              </a:rPr>
              <a:t>Sixth Outline Level</a:t>
            </a:r>
            <a:endParaRPr b="0" lang="en-US" sz="20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uFillTx/>
                <a:latin typeface="Arial"/>
              </a:rPr>
              <a:t>Seventh Outline Level</a:t>
            </a:r>
            <a:endParaRPr b="0" lang="en-US" sz="2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
          <p:cNvSpPr/>
          <p:nvPr/>
        </p:nvSpPr>
        <p:spPr>
          <a:xfrm>
            <a:off x="0" y="3780000"/>
            <a:ext cx="10078920" cy="1888920"/>
          </a:xfrm>
          <a:prstGeom prst="rect">
            <a:avLst/>
          </a:prstGeom>
          <a:pattFill prst="lgGrid">
            <a:fgClr>
              <a:srgbClr val="3465a4"/>
            </a:fgClr>
            <a:bgClr>
              <a:srgbClr val="009eda"/>
            </a:bgClr>
          </a:pattFill>
          <a:ln w="18000">
            <a:noFill/>
          </a:ln>
          <a:effectLst>
            <a:outerShdw blurRad="0" dir="16200000" dist="36000" rotWithShape="0">
              <a:srgbClr val="f49100"/>
            </a:outerShdw>
          </a:effectLst>
        </p:spPr>
        <p:style>
          <a:lnRef idx="0"/>
          <a:fillRef idx="0"/>
          <a:effectRef idx="0"/>
          <a:fontRef idx="minor"/>
        </p:style>
        <p:txBody>
          <a:bodyPr wrap="none" lIns="36000" rIns="36000" tIns="36000" bIns="36000" anchor="ctr">
            <a:noAutofit/>
          </a:bodyPr>
          <a:p>
            <a:pPr>
              <a:lnSpc>
                <a:spcPct val="100000"/>
              </a:lnSpc>
            </a:pPr>
            <a:endParaRPr b="0" lang="en-US" sz="2200" strike="noStrike" u="none">
              <a:solidFill>
                <a:srgbClr val="ffffff"/>
              </a:solidFill>
              <a:uFillTx/>
              <a:latin typeface="Source Sans Pro"/>
              <a:ea typeface="DejaVu Sans"/>
            </a:endParaRPr>
          </a:p>
        </p:txBody>
      </p:sp>
      <p:sp>
        <p:nvSpPr>
          <p:cNvPr id="7"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8" name="PlaceHolder 2"/>
          <p:cNvSpPr>
            <a:spLocks noGrp="1"/>
          </p:cNvSpPr>
          <p:nvPr>
            <p:ph type="ftr" idx="4"/>
          </p:nvPr>
        </p:nvSpPr>
        <p:spPr>
          <a:xfrm>
            <a:off x="3420000" y="5130000"/>
            <a:ext cx="3238920" cy="448920"/>
          </a:xfrm>
          <a:prstGeom prst="rect">
            <a:avLst/>
          </a:prstGeom>
          <a:noFill/>
          <a:ln w="0">
            <a:solidFill>
              <a:srgbClr val="808080"/>
            </a:solidFill>
          </a:ln>
        </p:spPr>
        <p:txBody>
          <a:bodyPr lIns="0" rIns="0" tIns="0" bIns="0" anchor="t">
            <a:noAutofit/>
          </a:bodyPr>
          <a:lstStyle>
            <a:lvl1pPr indent="0" algn="ctr">
              <a:lnSpc>
                <a:spcPct val="100000"/>
              </a:lnSpc>
              <a:buNone/>
              <a:tabLst>
                <a:tab algn="l" pos="0"/>
              </a:tabLst>
              <a:defRPr b="0" lang="en-US" sz="2400" strike="noStrike" u="none">
                <a:solidFill>
                  <a:srgbClr val="dbf5f9"/>
                </a:solidFill>
                <a:uFillTx/>
                <a:latin typeface="Source Sans Pro"/>
              </a:defRPr>
            </a:lvl1pPr>
          </a:lstStyle>
          <a:p>
            <a:pPr indent="0" algn="ctr">
              <a:lnSpc>
                <a:spcPct val="100000"/>
              </a:lnSpc>
              <a:buNone/>
              <a:tabLst>
                <a:tab algn="l" pos="0"/>
              </a:tabLst>
            </a:pPr>
            <a:r>
              <a:rPr b="0" lang="en-US" sz="2400" strike="noStrike" u="none">
                <a:solidFill>
                  <a:srgbClr val="dbf5f9"/>
                </a:solidFill>
                <a:uFillTx/>
                <a:latin typeface="Source Sans Pro"/>
              </a:rPr>
              <a:t> </a:t>
            </a:r>
            <a:endParaRPr b="0" lang="en-US" sz="2400" strike="noStrike" u="none">
              <a:solidFill>
                <a:srgbClr val="000000"/>
              </a:solidFill>
              <a:uFillTx/>
              <a:latin typeface="Times New Roman"/>
            </a:endParaRPr>
          </a:p>
        </p:txBody>
      </p:sp>
      <p:sp>
        <p:nvSpPr>
          <p:cNvPr id="9" name="PlaceHolder 3"/>
          <p:cNvSpPr>
            <a:spLocks noGrp="1"/>
          </p:cNvSpPr>
          <p:nvPr>
            <p:ph type="sldNum" idx="5"/>
          </p:nvPr>
        </p:nvSpPr>
        <p:spPr>
          <a:xfrm>
            <a:off x="7200000" y="5130000"/>
            <a:ext cx="2338920" cy="448920"/>
          </a:xfrm>
          <a:prstGeom prst="rect">
            <a:avLst/>
          </a:prstGeom>
          <a:noFill/>
          <a:ln w="0">
            <a:solidFill>
              <a:srgbClr val="808080"/>
            </a:solidFill>
          </a:ln>
        </p:spPr>
        <p:txBody>
          <a:bodyPr lIns="0" rIns="0" tIns="0" bIns="0" anchor="t">
            <a:noAutofit/>
          </a:bodyPr>
          <a:lstStyle>
            <a:lvl1pPr indent="0" algn="r">
              <a:lnSpc>
                <a:spcPct val="100000"/>
              </a:lnSpc>
              <a:buNone/>
              <a:tabLst>
                <a:tab algn="l" pos="0"/>
              </a:tabLst>
              <a:defRPr b="0" lang="en-US" sz="2400" strike="noStrike" u="none">
                <a:solidFill>
                  <a:srgbClr val="dbf5f9"/>
                </a:solidFill>
                <a:uFillTx/>
                <a:latin typeface="Source Sans Pro"/>
              </a:defRPr>
            </a:lvl1pPr>
          </a:lstStyle>
          <a:p>
            <a:pPr indent="0" algn="r">
              <a:lnSpc>
                <a:spcPct val="100000"/>
              </a:lnSpc>
              <a:buNone/>
              <a:tabLst>
                <a:tab algn="l" pos="0"/>
              </a:tabLst>
            </a:pPr>
            <a:fld id="{6BE96EB4-10E9-40D0-9E7A-0F5CC5F51A00}" type="slidenum">
              <a:rPr b="0" lang="en-US" sz="2400" strike="noStrike" u="none">
                <a:solidFill>
                  <a:srgbClr val="dbf5f9"/>
                </a:solidFill>
                <a:uFillTx/>
                <a:latin typeface="Source Sans Pro"/>
              </a:rPr>
              <a:t>1</a:t>
            </a:fld>
            <a:endParaRPr b="0" lang="en-US" sz="2400" strike="noStrike" u="none">
              <a:solidFill>
                <a:srgbClr val="000000"/>
              </a:solidFill>
              <a:uFillTx/>
              <a:latin typeface="Times New Roman"/>
            </a:endParaRPr>
          </a:p>
        </p:txBody>
      </p:sp>
      <p:sp>
        <p:nvSpPr>
          <p:cNvPr id="10" name="PlaceHolder 4"/>
          <p:cNvSpPr>
            <a:spLocks noGrp="1"/>
          </p:cNvSpPr>
          <p:nvPr>
            <p:ph type="dt" idx="6"/>
          </p:nvPr>
        </p:nvSpPr>
        <p:spPr>
          <a:xfrm>
            <a:off x="450000" y="5130000"/>
            <a:ext cx="2338920" cy="448920"/>
          </a:xfrm>
          <a:prstGeom prst="rect">
            <a:avLst/>
          </a:prstGeom>
          <a:noFill/>
          <a:ln w="0">
            <a:solidFill>
              <a:srgbClr val="808080"/>
            </a:solid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11"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uFillTx/>
                <a:latin typeface="Arial"/>
              </a:rPr>
              <a:t>Click to edit the outline text format</a:t>
            </a:r>
            <a:endParaRPr b="0" lang="en-US" sz="32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uFillTx/>
                <a:latin typeface="Arial"/>
              </a:rPr>
              <a:t>Second Outline Level</a:t>
            </a:r>
            <a:endParaRPr b="0" lang="en-US" sz="2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uFillTx/>
                <a:latin typeface="Arial"/>
              </a:rPr>
              <a:t>Third Outline Level</a:t>
            </a:r>
            <a:endParaRPr b="0" lang="en-US" sz="24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uFillTx/>
                <a:latin typeface="Arial"/>
              </a:rPr>
              <a:t>Fourth Outline Level</a:t>
            </a:r>
            <a:endParaRPr b="0" lang="en-US" sz="20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uFillTx/>
                <a:latin typeface="Arial"/>
              </a:rPr>
              <a:t>Fifth Outline Level</a:t>
            </a:r>
            <a:endParaRPr b="0" lang="en-US" sz="20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uFillTx/>
                <a:latin typeface="Arial"/>
              </a:rPr>
              <a:t>Sixth Outline Level</a:t>
            </a:r>
            <a:endParaRPr b="0" lang="en-US" sz="20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uFillTx/>
                <a:latin typeface="Arial"/>
              </a:rPr>
              <a:t>Seventh Outline Level</a:t>
            </a:r>
            <a:endParaRPr b="0" lang="en-US" sz="2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
          <p:cNvSpPr/>
          <p:nvPr/>
        </p:nvSpPr>
        <p:spPr>
          <a:xfrm flipV="1">
            <a:off x="0" y="-1440"/>
            <a:ext cx="10078920" cy="1078920"/>
          </a:xfrm>
          <a:prstGeom prst="rect">
            <a:avLst/>
          </a:prstGeom>
          <a:pattFill prst="lgGrid">
            <a:fgClr>
              <a:srgbClr val="3465a4"/>
            </a:fgClr>
            <a:bgClr>
              <a:srgbClr val="009eda"/>
            </a:bgClr>
          </a:pattFill>
          <a:ln w="18000">
            <a:noFill/>
          </a:ln>
          <a:effectLst>
            <a:outerShdw blurRad="0" dir="5400000" dist="10800" rotWithShape="0">
              <a:srgbClr val="f49100"/>
            </a:outerShdw>
          </a:effectLst>
        </p:spPr>
        <p:style>
          <a:lnRef idx="0"/>
          <a:fillRef idx="0"/>
          <a:effectRef idx="0"/>
          <a:fontRef idx="minor"/>
        </p:style>
        <p:txBody>
          <a:bodyPr wrap="none" lIns="36000" rIns="36000" tIns="36000" bIns="36000" anchor="ctr">
            <a:noAutofit/>
          </a:bodyPr>
          <a:p>
            <a:pPr>
              <a:lnSpc>
                <a:spcPct val="100000"/>
              </a:lnSpc>
            </a:pPr>
            <a:endParaRPr b="0" lang="en-US" sz="2200" strike="noStrike" u="none">
              <a:solidFill>
                <a:srgbClr val="ffffff"/>
              </a:solidFill>
              <a:uFillTx/>
              <a:latin typeface="Source Sans Pro"/>
              <a:ea typeface="DejaVu Sans"/>
            </a:endParaRPr>
          </a:p>
        </p:txBody>
      </p:sp>
      <p:sp>
        <p:nvSpPr>
          <p:cNvPr id="15"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16" name="PlaceHolder 2"/>
          <p:cNvSpPr>
            <a:spLocks noGrp="1"/>
          </p:cNvSpPr>
          <p:nvPr>
            <p:ph type="body"/>
          </p:nvPr>
        </p:nvSpPr>
        <p:spPr>
          <a:xfrm>
            <a:off x="540000" y="1440000"/>
            <a:ext cx="8998920" cy="3508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uFillTx/>
                <a:latin typeface="Arial"/>
              </a:rPr>
              <a:t>Click to edit the outline text format</a:t>
            </a:r>
            <a:endParaRPr b="0" lang="en-US"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uFillTx/>
                <a:latin typeface="Arial"/>
              </a:rPr>
              <a:t>Second Outline Level</a:t>
            </a:r>
            <a:endParaRPr b="0" lang="en-US"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uFillTx/>
                <a:latin typeface="Arial"/>
              </a:rPr>
              <a:t>Third Outline Level</a:t>
            </a:r>
            <a:endParaRPr b="0" lang="en-US"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uFillTx/>
                <a:latin typeface="Arial"/>
              </a:rPr>
              <a:t>Fourth Outline Level</a:t>
            </a:r>
            <a:endParaRPr b="0" lang="en-US"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uFillTx/>
                <a:latin typeface="Arial"/>
              </a:rPr>
              <a:t>Fifth Outline Level</a:t>
            </a:r>
            <a:endParaRPr b="0" lang="en-US"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uFillTx/>
                <a:latin typeface="Arial"/>
              </a:rPr>
              <a:t>Sixth Outline Level</a:t>
            </a:r>
            <a:endParaRPr b="0" lang="en-US"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uFillTx/>
                <a:latin typeface="Arial"/>
              </a:rPr>
              <a:t>Seventh Outline Level</a:t>
            </a:r>
            <a:endParaRPr b="0" lang="en-US" sz="1800" strike="noStrike" u="none">
              <a:solidFill>
                <a:srgbClr val="000000"/>
              </a:solidFill>
              <a:uFillTx/>
              <a:latin typeface="Arial"/>
            </a:endParaRPr>
          </a:p>
        </p:txBody>
      </p:sp>
      <p:sp>
        <p:nvSpPr>
          <p:cNvPr id="17" name="PlaceHolder 3"/>
          <p:cNvSpPr>
            <a:spLocks noGrp="1"/>
          </p:cNvSpPr>
          <p:nvPr>
            <p:ph type="ftr" idx="7"/>
          </p:nvPr>
        </p:nvSpPr>
        <p:spPr>
          <a:xfrm>
            <a:off x="3420000" y="5130000"/>
            <a:ext cx="3238920" cy="448920"/>
          </a:xfrm>
          <a:prstGeom prst="rect">
            <a:avLst/>
          </a:prstGeom>
          <a:noFill/>
          <a:ln w="0">
            <a:noFill/>
          </a:ln>
        </p:spPr>
        <p:txBody>
          <a:bodyPr lIns="0" rIns="0" tIns="0" bIns="0" anchor="t">
            <a:noAutofit/>
          </a:bodyPr>
          <a:lstStyle>
            <a:lvl1pPr indent="0" algn="ctr">
              <a:lnSpc>
                <a:spcPct val="100000"/>
              </a:lnSpc>
              <a:buNone/>
              <a:tabLst>
                <a:tab algn="l" pos="0"/>
              </a:tabLst>
              <a:defRPr b="0" lang="en-US" sz="2400" strike="noStrike" u="none">
                <a:solidFill>
                  <a:srgbClr val="484848"/>
                </a:solidFill>
                <a:uFillTx/>
                <a:latin typeface="Source Sans Pro"/>
              </a:defRPr>
            </a:lvl1pPr>
          </a:lstStyle>
          <a:p>
            <a:pPr indent="0" algn="ctr">
              <a:lnSpc>
                <a:spcPct val="100000"/>
              </a:lnSpc>
              <a:buNone/>
              <a:tabLst>
                <a:tab algn="l" pos="0"/>
              </a:tabLst>
            </a:pPr>
            <a:r>
              <a:rPr b="0" lang="en-US" sz="2400" strike="noStrike" u="none">
                <a:solidFill>
                  <a:srgbClr val="484848"/>
                </a:solidFill>
                <a:uFillTx/>
                <a:latin typeface="Source Sans Pro"/>
              </a:rPr>
              <a:t>&lt;footer&gt;</a:t>
            </a:r>
            <a:endParaRPr b="0" lang="en-US" sz="2400" strike="noStrike" u="none">
              <a:solidFill>
                <a:srgbClr val="000000"/>
              </a:solidFill>
              <a:uFillTx/>
              <a:latin typeface="Times New Roman"/>
            </a:endParaRPr>
          </a:p>
        </p:txBody>
      </p:sp>
      <p:sp>
        <p:nvSpPr>
          <p:cNvPr id="18" name="PlaceHolder 4"/>
          <p:cNvSpPr>
            <a:spLocks noGrp="1"/>
          </p:cNvSpPr>
          <p:nvPr>
            <p:ph type="sldNum" idx="8"/>
          </p:nvPr>
        </p:nvSpPr>
        <p:spPr>
          <a:xfrm>
            <a:off x="7200000" y="5130000"/>
            <a:ext cx="2338920" cy="448920"/>
          </a:xfrm>
          <a:prstGeom prst="rect">
            <a:avLst/>
          </a:prstGeom>
          <a:noFill/>
          <a:ln w="0">
            <a:noFill/>
          </a:ln>
        </p:spPr>
        <p:txBody>
          <a:bodyPr lIns="0" rIns="0" tIns="0" bIns="0" anchor="t">
            <a:noAutofit/>
          </a:bodyPr>
          <a:lstStyle>
            <a:lvl1pPr indent="0" algn="r">
              <a:lnSpc>
                <a:spcPct val="100000"/>
              </a:lnSpc>
              <a:buNone/>
              <a:tabLst>
                <a:tab algn="l" pos="0"/>
              </a:tabLst>
              <a:defRPr b="0" lang="en-US" sz="2400" strike="noStrike" u="none">
                <a:solidFill>
                  <a:srgbClr val="484848"/>
                </a:solidFill>
                <a:uFillTx/>
                <a:latin typeface="Source Sans Pro"/>
              </a:defRPr>
            </a:lvl1pPr>
          </a:lstStyle>
          <a:p>
            <a:pPr indent="0" algn="r">
              <a:lnSpc>
                <a:spcPct val="100000"/>
              </a:lnSpc>
              <a:buNone/>
              <a:tabLst>
                <a:tab algn="l" pos="0"/>
              </a:tabLst>
            </a:pPr>
            <a:fld id="{9DCAD2C3-255F-41E0-ACEB-E224B4F22EEB}" type="slidenum">
              <a:rPr b="0" lang="en-US" sz="2400" strike="noStrike" u="none">
                <a:solidFill>
                  <a:srgbClr val="484848"/>
                </a:solidFill>
                <a:uFillTx/>
                <a:latin typeface="Source Sans Pro"/>
              </a:rPr>
              <a:t>&lt;number&gt;</a:t>
            </a:fld>
            <a:endParaRPr b="0" lang="en-US" sz="2400" strike="noStrike" u="none">
              <a:solidFill>
                <a:srgbClr val="000000"/>
              </a:solidFill>
              <a:uFillTx/>
              <a:latin typeface="Times New Roman"/>
            </a:endParaRPr>
          </a:p>
        </p:txBody>
      </p:sp>
      <p:sp>
        <p:nvSpPr>
          <p:cNvPr id="19" name="PlaceHolder 5"/>
          <p:cNvSpPr>
            <a:spLocks noGrp="1"/>
          </p:cNvSpPr>
          <p:nvPr>
            <p:ph type="dt" idx="9"/>
          </p:nvPr>
        </p:nvSpPr>
        <p:spPr>
          <a:xfrm>
            <a:off x="540000" y="5130000"/>
            <a:ext cx="2338920" cy="44892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&lt;date/time&gt;</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 id="2147483654" r:id="rId3"/>
    <p:sldLayoutId id="2147483655"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
          <p:cNvSpPr/>
          <p:nvPr/>
        </p:nvSpPr>
        <p:spPr>
          <a:xfrm flipV="1">
            <a:off x="0" y="-1440"/>
            <a:ext cx="10078920" cy="1078920"/>
          </a:xfrm>
          <a:prstGeom prst="rect">
            <a:avLst/>
          </a:prstGeom>
          <a:pattFill prst="lgGrid">
            <a:fgClr>
              <a:srgbClr val="3465a4"/>
            </a:fgClr>
            <a:bgClr>
              <a:srgbClr val="009eda"/>
            </a:bgClr>
          </a:pattFill>
          <a:ln w="18000">
            <a:noFill/>
          </a:ln>
          <a:effectLst>
            <a:outerShdw blurRad="0" dir="5400000" dist="10800" rotWithShape="0">
              <a:srgbClr val="f49100"/>
            </a:outerShdw>
          </a:effectLst>
        </p:spPr>
        <p:style>
          <a:lnRef idx="0"/>
          <a:fillRef idx="0"/>
          <a:effectRef idx="0"/>
          <a:fontRef idx="minor"/>
        </p:style>
        <p:txBody>
          <a:bodyPr wrap="none" lIns="36000" rIns="36000" tIns="36000" bIns="36000" anchor="ctr">
            <a:noAutofit/>
          </a:bodyPr>
          <a:p>
            <a:pPr>
              <a:lnSpc>
                <a:spcPct val="100000"/>
              </a:lnSpc>
            </a:pPr>
            <a:endParaRPr b="0" lang="en-US" sz="2200" strike="noStrike" u="none">
              <a:solidFill>
                <a:srgbClr val="ffffff"/>
              </a:solidFill>
              <a:uFillTx/>
              <a:latin typeface="Source Sans Pro"/>
              <a:ea typeface="DejaVu Sans"/>
            </a:endParaRPr>
          </a:p>
        </p:txBody>
      </p:sp>
      <p:sp>
        <p:nvSpPr>
          <p:cNvPr id="25" name="PlaceHolder 1"/>
          <p:cNvSpPr>
            <a:spLocks noGrp="1"/>
          </p:cNvSpPr>
          <p:nvPr>
            <p:ph type="ftr" idx="10"/>
          </p:nvPr>
        </p:nvSpPr>
        <p:spPr>
          <a:xfrm>
            <a:off x="3420000" y="5130000"/>
            <a:ext cx="3238920" cy="448920"/>
          </a:xfrm>
          <a:prstGeom prst="rect">
            <a:avLst/>
          </a:prstGeom>
          <a:noFill/>
          <a:ln w="0">
            <a:noFill/>
          </a:ln>
        </p:spPr>
        <p:txBody>
          <a:bodyPr lIns="0" rIns="0" tIns="0" bIns="0" anchor="t">
            <a:noAutofit/>
          </a:bodyPr>
          <a:lstStyle>
            <a:lvl1pPr indent="0" algn="ctr">
              <a:lnSpc>
                <a:spcPct val="100000"/>
              </a:lnSpc>
              <a:buNone/>
              <a:tabLst>
                <a:tab algn="l" pos="0"/>
              </a:tabLst>
              <a:defRPr b="0" lang="en-US" sz="2400" strike="noStrike" u="none">
                <a:solidFill>
                  <a:srgbClr val="484848"/>
                </a:solidFill>
                <a:uFillTx/>
                <a:latin typeface="Source Sans Pro"/>
              </a:defRPr>
            </a:lvl1pPr>
          </a:lstStyle>
          <a:p>
            <a:pPr indent="0" algn="ctr">
              <a:lnSpc>
                <a:spcPct val="100000"/>
              </a:lnSpc>
              <a:buNone/>
              <a:tabLst>
                <a:tab algn="l" pos="0"/>
              </a:tabLst>
            </a:pPr>
            <a:r>
              <a:rPr b="0" lang="en-US" sz="2400" strike="noStrike" u="none">
                <a:solidFill>
                  <a:srgbClr val="484848"/>
                </a:solidFill>
                <a:uFillTx/>
                <a:latin typeface="Source Sans Pro"/>
              </a:rPr>
              <a:t> </a:t>
            </a:r>
            <a:endParaRPr b="0" lang="en-US" sz="2400" strike="noStrike" u="none">
              <a:solidFill>
                <a:srgbClr val="000000"/>
              </a:solidFill>
              <a:uFillTx/>
              <a:latin typeface="Times New Roman"/>
            </a:endParaRPr>
          </a:p>
        </p:txBody>
      </p:sp>
      <p:sp>
        <p:nvSpPr>
          <p:cNvPr id="26" name="PlaceHolder 2"/>
          <p:cNvSpPr>
            <a:spLocks noGrp="1"/>
          </p:cNvSpPr>
          <p:nvPr>
            <p:ph type="sldNum" idx="11"/>
          </p:nvPr>
        </p:nvSpPr>
        <p:spPr>
          <a:xfrm>
            <a:off x="7200000" y="5130000"/>
            <a:ext cx="2338920" cy="448920"/>
          </a:xfrm>
          <a:prstGeom prst="rect">
            <a:avLst/>
          </a:prstGeom>
          <a:noFill/>
          <a:ln w="0">
            <a:noFill/>
          </a:ln>
        </p:spPr>
        <p:txBody>
          <a:bodyPr lIns="0" rIns="0" tIns="0" bIns="0" anchor="t">
            <a:noAutofit/>
          </a:bodyPr>
          <a:lstStyle>
            <a:lvl1pPr indent="0" algn="r">
              <a:lnSpc>
                <a:spcPct val="100000"/>
              </a:lnSpc>
              <a:buNone/>
              <a:tabLst>
                <a:tab algn="l" pos="0"/>
              </a:tabLst>
              <a:defRPr b="0" lang="en-US" sz="2400" strike="noStrike" u="none">
                <a:solidFill>
                  <a:srgbClr val="484848"/>
                </a:solidFill>
                <a:uFillTx/>
                <a:latin typeface="Source Sans Pro"/>
              </a:defRPr>
            </a:lvl1pPr>
          </a:lstStyle>
          <a:p>
            <a:pPr indent="0" algn="r">
              <a:lnSpc>
                <a:spcPct val="100000"/>
              </a:lnSpc>
              <a:buNone/>
              <a:tabLst>
                <a:tab algn="l" pos="0"/>
              </a:tabLst>
            </a:pPr>
            <a:fld id="{FC2F6EF7-D6DF-4A5F-9AD5-91B658D120E0}" type="slidenum">
              <a:rPr b="0" lang="en-US" sz="2400" strike="noStrike" u="none">
                <a:solidFill>
                  <a:srgbClr val="484848"/>
                </a:solidFill>
                <a:uFillTx/>
                <a:latin typeface="Source Sans Pro"/>
              </a:rPr>
              <a:t>1</a:t>
            </a:fld>
            <a:endParaRPr b="0" lang="en-US" sz="2400" strike="noStrike" u="none">
              <a:solidFill>
                <a:srgbClr val="000000"/>
              </a:solidFill>
              <a:uFillTx/>
              <a:latin typeface="Times New Roman"/>
            </a:endParaRPr>
          </a:p>
        </p:txBody>
      </p:sp>
      <p:sp>
        <p:nvSpPr>
          <p:cNvPr id="27" name="PlaceHolder 3"/>
          <p:cNvSpPr>
            <a:spLocks noGrp="1"/>
          </p:cNvSpPr>
          <p:nvPr>
            <p:ph type="dt" idx="12"/>
          </p:nvPr>
        </p:nvSpPr>
        <p:spPr>
          <a:xfrm>
            <a:off x="540000" y="5130000"/>
            <a:ext cx="2338920" cy="44892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7"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
          <p:cNvSpPr/>
          <p:nvPr/>
        </p:nvSpPr>
        <p:spPr>
          <a:xfrm flipV="1">
            <a:off x="0" y="-1440"/>
            <a:ext cx="10078920" cy="1078920"/>
          </a:xfrm>
          <a:prstGeom prst="rect">
            <a:avLst/>
          </a:prstGeom>
          <a:pattFill prst="lgGrid">
            <a:fgClr>
              <a:srgbClr val="3465a4"/>
            </a:fgClr>
            <a:bgClr>
              <a:srgbClr val="009eda"/>
            </a:bgClr>
          </a:pattFill>
          <a:ln w="18000">
            <a:noFill/>
          </a:ln>
          <a:effectLst>
            <a:outerShdw blurRad="0" dir="5400000" dist="10800" rotWithShape="0">
              <a:srgbClr val="f49100"/>
            </a:outerShdw>
          </a:effectLst>
        </p:spPr>
        <p:style>
          <a:lnRef idx="0"/>
          <a:fillRef idx="0"/>
          <a:effectRef idx="0"/>
          <a:fontRef idx="minor"/>
        </p:style>
        <p:txBody>
          <a:bodyPr wrap="none" lIns="36000" rIns="36000" tIns="36000" bIns="36000" anchor="ctr">
            <a:noAutofit/>
          </a:bodyPr>
          <a:p>
            <a:pPr>
              <a:lnSpc>
                <a:spcPct val="100000"/>
              </a:lnSpc>
            </a:pPr>
            <a:endParaRPr b="0" lang="en-US" sz="2200" strike="noStrike" u="none">
              <a:solidFill>
                <a:srgbClr val="ffffff"/>
              </a:solidFill>
              <a:uFillTx/>
              <a:latin typeface="Source Sans Pro"/>
              <a:ea typeface="DejaVu Sans"/>
            </a:endParaRPr>
          </a:p>
        </p:txBody>
      </p:sp>
      <p:sp>
        <p:nvSpPr>
          <p:cNvPr id="29"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30" name="PlaceHolder 2"/>
          <p:cNvSpPr>
            <a:spLocks noGrp="1"/>
          </p:cNvSpPr>
          <p:nvPr>
            <p:ph type="ftr" idx="13"/>
          </p:nvPr>
        </p:nvSpPr>
        <p:spPr>
          <a:xfrm>
            <a:off x="3420000" y="5130000"/>
            <a:ext cx="3238920" cy="448920"/>
          </a:xfrm>
          <a:prstGeom prst="rect">
            <a:avLst/>
          </a:prstGeom>
          <a:noFill/>
          <a:ln w="0">
            <a:noFill/>
          </a:ln>
        </p:spPr>
        <p:txBody>
          <a:bodyPr lIns="0" rIns="0" tIns="0" bIns="0" anchor="t">
            <a:noAutofit/>
          </a:bodyPr>
          <a:lstStyle>
            <a:lvl1pPr indent="0" algn="ctr">
              <a:lnSpc>
                <a:spcPct val="100000"/>
              </a:lnSpc>
              <a:buNone/>
              <a:tabLst>
                <a:tab algn="l" pos="0"/>
              </a:tabLst>
              <a:defRPr b="0" lang="en-US" sz="2400" strike="noStrike" u="none">
                <a:solidFill>
                  <a:srgbClr val="484848"/>
                </a:solidFill>
                <a:uFillTx/>
                <a:latin typeface="Source Sans Pro"/>
              </a:defRPr>
            </a:lvl1pPr>
          </a:lstStyle>
          <a:p>
            <a:pPr indent="0" algn="ctr">
              <a:lnSpc>
                <a:spcPct val="100000"/>
              </a:lnSpc>
              <a:buNone/>
              <a:tabLst>
                <a:tab algn="l" pos="0"/>
              </a:tabLst>
            </a:pPr>
            <a:r>
              <a:rPr b="0" lang="en-US" sz="2400" strike="noStrike" u="none">
                <a:solidFill>
                  <a:srgbClr val="484848"/>
                </a:solidFill>
                <a:uFillTx/>
                <a:latin typeface="Source Sans Pro"/>
              </a:rPr>
              <a:t> </a:t>
            </a:r>
            <a:endParaRPr b="0" lang="en-US" sz="2400" strike="noStrike" u="none">
              <a:solidFill>
                <a:srgbClr val="000000"/>
              </a:solidFill>
              <a:uFillTx/>
              <a:latin typeface="Times New Roman"/>
            </a:endParaRPr>
          </a:p>
        </p:txBody>
      </p:sp>
      <p:sp>
        <p:nvSpPr>
          <p:cNvPr id="31" name="PlaceHolder 3"/>
          <p:cNvSpPr>
            <a:spLocks noGrp="1"/>
          </p:cNvSpPr>
          <p:nvPr>
            <p:ph type="sldNum" idx="14"/>
          </p:nvPr>
        </p:nvSpPr>
        <p:spPr>
          <a:xfrm>
            <a:off x="7200000" y="5130000"/>
            <a:ext cx="2338920" cy="448920"/>
          </a:xfrm>
          <a:prstGeom prst="rect">
            <a:avLst/>
          </a:prstGeom>
          <a:noFill/>
          <a:ln w="0">
            <a:noFill/>
          </a:ln>
        </p:spPr>
        <p:txBody>
          <a:bodyPr lIns="0" rIns="0" tIns="0" bIns="0" anchor="t">
            <a:noAutofit/>
          </a:bodyPr>
          <a:lstStyle>
            <a:lvl1pPr indent="0" algn="r">
              <a:lnSpc>
                <a:spcPct val="100000"/>
              </a:lnSpc>
              <a:buNone/>
              <a:tabLst>
                <a:tab algn="l" pos="0"/>
              </a:tabLst>
              <a:defRPr b="0" lang="en-US" sz="2400" strike="noStrike" u="none">
                <a:solidFill>
                  <a:srgbClr val="484848"/>
                </a:solidFill>
                <a:uFillTx/>
                <a:latin typeface="Source Sans Pro"/>
              </a:defRPr>
            </a:lvl1pPr>
          </a:lstStyle>
          <a:p>
            <a:pPr indent="0" algn="r">
              <a:lnSpc>
                <a:spcPct val="100000"/>
              </a:lnSpc>
              <a:buNone/>
              <a:tabLst>
                <a:tab algn="l" pos="0"/>
              </a:tabLst>
            </a:pPr>
            <a:fld id="{D2E636D7-E8B5-4B2A-802C-0B2067E5B8CE}" type="slidenum">
              <a:rPr b="0" lang="en-US" sz="2400" strike="noStrike" u="none">
                <a:solidFill>
                  <a:srgbClr val="484848"/>
                </a:solidFill>
                <a:uFillTx/>
                <a:latin typeface="Source Sans Pro"/>
              </a:rPr>
              <a:t>1</a:t>
            </a:fld>
            <a:endParaRPr b="0" lang="en-US" sz="2400" strike="noStrike" u="none">
              <a:solidFill>
                <a:srgbClr val="000000"/>
              </a:solidFill>
              <a:uFillTx/>
              <a:latin typeface="Times New Roman"/>
            </a:endParaRPr>
          </a:p>
        </p:txBody>
      </p:sp>
      <p:sp>
        <p:nvSpPr>
          <p:cNvPr id="32" name="PlaceHolder 4"/>
          <p:cNvSpPr>
            <a:spLocks noGrp="1"/>
          </p:cNvSpPr>
          <p:nvPr>
            <p:ph type="dt" idx="15"/>
          </p:nvPr>
        </p:nvSpPr>
        <p:spPr>
          <a:xfrm>
            <a:off x="540000" y="5130000"/>
            <a:ext cx="2338920" cy="44892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33"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uFillTx/>
                <a:latin typeface="Arial"/>
              </a:rPr>
              <a:t>Click to edit the outline text format</a:t>
            </a:r>
            <a:endParaRPr b="0" lang="en-US" sz="32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uFillTx/>
                <a:latin typeface="Arial"/>
              </a:rPr>
              <a:t>Second Outline Level</a:t>
            </a:r>
            <a:endParaRPr b="0" lang="en-US" sz="2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uFillTx/>
                <a:latin typeface="Arial"/>
              </a:rPr>
              <a:t>Third Outline Level</a:t>
            </a:r>
            <a:endParaRPr b="0" lang="en-US" sz="24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uFillTx/>
                <a:latin typeface="Arial"/>
              </a:rPr>
              <a:t>Fourth Outline Level</a:t>
            </a:r>
            <a:endParaRPr b="0" lang="en-US" sz="20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uFillTx/>
                <a:latin typeface="Arial"/>
              </a:rPr>
              <a:t>Fifth Outline Level</a:t>
            </a:r>
            <a:endParaRPr b="0" lang="en-US" sz="20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uFillTx/>
                <a:latin typeface="Arial"/>
              </a:rPr>
              <a:t>Sixth Outline Level</a:t>
            </a:r>
            <a:endParaRPr b="0" lang="en-US" sz="20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uFillTx/>
                <a:latin typeface="Arial"/>
              </a:rPr>
              <a:t>Seventh Outline Level</a:t>
            </a:r>
            <a:endParaRPr b="0" lang="en-US" sz="2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
          <p:cNvSpPr/>
          <p:nvPr/>
        </p:nvSpPr>
        <p:spPr>
          <a:xfrm flipV="1">
            <a:off x="0" y="-1440"/>
            <a:ext cx="10078920" cy="1078920"/>
          </a:xfrm>
          <a:prstGeom prst="rect">
            <a:avLst/>
          </a:prstGeom>
          <a:pattFill prst="lgGrid">
            <a:fgClr>
              <a:srgbClr val="3465a4"/>
            </a:fgClr>
            <a:bgClr>
              <a:srgbClr val="009eda"/>
            </a:bgClr>
          </a:pattFill>
          <a:ln w="18000">
            <a:noFill/>
          </a:ln>
          <a:effectLst>
            <a:outerShdw blurRad="0" dir="5400000" dist="10800" rotWithShape="0">
              <a:srgbClr val="f49100"/>
            </a:outerShdw>
          </a:effectLst>
        </p:spPr>
        <p:style>
          <a:lnRef idx="0"/>
          <a:fillRef idx="0"/>
          <a:effectRef idx="0"/>
          <a:fontRef idx="minor"/>
        </p:style>
        <p:txBody>
          <a:bodyPr wrap="none" lIns="36000" rIns="36000" tIns="36000" bIns="36000" anchor="ctr">
            <a:noAutofit/>
          </a:bodyPr>
          <a:p>
            <a:pPr>
              <a:lnSpc>
                <a:spcPct val="100000"/>
              </a:lnSpc>
            </a:pPr>
            <a:endParaRPr b="0" lang="en-US" sz="2200" strike="noStrike" u="none">
              <a:solidFill>
                <a:srgbClr val="ffffff"/>
              </a:solidFill>
              <a:uFillTx/>
              <a:latin typeface="Source Sans Pro"/>
              <a:ea typeface="DejaVu Sans"/>
            </a:endParaRPr>
          </a:p>
        </p:txBody>
      </p:sp>
      <p:sp>
        <p:nvSpPr>
          <p:cNvPr id="37" name="PlaceHolder 1"/>
          <p:cNvSpPr>
            <a:spLocks noGrp="1"/>
          </p:cNvSpPr>
          <p:nvPr>
            <p:ph type="ftr" idx="16"/>
          </p:nvPr>
        </p:nvSpPr>
        <p:spPr>
          <a:xfrm>
            <a:off x="3420000" y="5130000"/>
            <a:ext cx="3238920" cy="448920"/>
          </a:xfrm>
          <a:prstGeom prst="rect">
            <a:avLst/>
          </a:prstGeom>
          <a:noFill/>
          <a:ln w="0">
            <a:noFill/>
          </a:ln>
        </p:spPr>
        <p:txBody>
          <a:bodyPr lIns="0" rIns="0" tIns="0" bIns="0" anchor="t">
            <a:noAutofit/>
          </a:bodyPr>
          <a:lstStyle>
            <a:lvl1pPr indent="0" algn="ctr">
              <a:lnSpc>
                <a:spcPct val="100000"/>
              </a:lnSpc>
              <a:buNone/>
              <a:tabLst>
                <a:tab algn="l" pos="0"/>
              </a:tabLst>
              <a:defRPr b="0" lang="en-US" sz="2400" strike="noStrike" u="none">
                <a:solidFill>
                  <a:srgbClr val="484848"/>
                </a:solidFill>
                <a:uFillTx/>
                <a:latin typeface="Source Sans Pro"/>
              </a:defRPr>
            </a:lvl1pPr>
          </a:lstStyle>
          <a:p>
            <a:pPr indent="0" algn="ctr">
              <a:lnSpc>
                <a:spcPct val="100000"/>
              </a:lnSpc>
              <a:buNone/>
              <a:tabLst>
                <a:tab algn="l" pos="0"/>
              </a:tabLst>
            </a:pPr>
            <a:r>
              <a:rPr b="0" lang="en-US" sz="2400" strike="noStrike" u="none">
                <a:solidFill>
                  <a:srgbClr val="484848"/>
                </a:solidFill>
                <a:uFillTx/>
                <a:latin typeface="Source Sans Pro"/>
              </a:rPr>
              <a:t> </a:t>
            </a:r>
            <a:endParaRPr b="0" lang="en-US" sz="2400" strike="noStrike" u="none">
              <a:solidFill>
                <a:srgbClr val="000000"/>
              </a:solidFill>
              <a:uFillTx/>
              <a:latin typeface="Times New Roman"/>
            </a:endParaRPr>
          </a:p>
        </p:txBody>
      </p:sp>
      <p:sp>
        <p:nvSpPr>
          <p:cNvPr id="38" name="PlaceHolder 2"/>
          <p:cNvSpPr>
            <a:spLocks noGrp="1"/>
          </p:cNvSpPr>
          <p:nvPr>
            <p:ph type="sldNum" idx="17"/>
          </p:nvPr>
        </p:nvSpPr>
        <p:spPr>
          <a:xfrm>
            <a:off x="7200000" y="5130000"/>
            <a:ext cx="2338920" cy="448920"/>
          </a:xfrm>
          <a:prstGeom prst="rect">
            <a:avLst/>
          </a:prstGeom>
          <a:noFill/>
          <a:ln w="0">
            <a:noFill/>
          </a:ln>
        </p:spPr>
        <p:txBody>
          <a:bodyPr lIns="0" rIns="0" tIns="0" bIns="0" anchor="t">
            <a:noAutofit/>
          </a:bodyPr>
          <a:lstStyle>
            <a:lvl1pPr indent="0" algn="r">
              <a:lnSpc>
                <a:spcPct val="100000"/>
              </a:lnSpc>
              <a:buNone/>
              <a:tabLst>
                <a:tab algn="l" pos="0"/>
              </a:tabLst>
              <a:defRPr b="0" lang="en-US" sz="2400" strike="noStrike" u="none">
                <a:solidFill>
                  <a:srgbClr val="484848"/>
                </a:solidFill>
                <a:uFillTx/>
                <a:latin typeface="Source Sans Pro"/>
              </a:defRPr>
            </a:lvl1pPr>
          </a:lstStyle>
          <a:p>
            <a:pPr indent="0" algn="r">
              <a:lnSpc>
                <a:spcPct val="100000"/>
              </a:lnSpc>
              <a:buNone/>
              <a:tabLst>
                <a:tab algn="l" pos="0"/>
              </a:tabLst>
            </a:pPr>
            <a:fld id="{5876DCEF-D4E1-4B55-9462-6D5397C2F912}" type="slidenum">
              <a:rPr b="0" lang="en-US" sz="2400" strike="noStrike" u="none">
                <a:solidFill>
                  <a:srgbClr val="484848"/>
                </a:solidFill>
                <a:uFillTx/>
                <a:latin typeface="Source Sans Pro"/>
              </a:rPr>
              <a:t>1</a:t>
            </a:fld>
            <a:endParaRPr b="0" lang="en-US" sz="2400" strike="noStrike" u="none">
              <a:solidFill>
                <a:srgbClr val="000000"/>
              </a:solidFill>
              <a:uFillTx/>
              <a:latin typeface="Times New Roman"/>
            </a:endParaRPr>
          </a:p>
        </p:txBody>
      </p:sp>
      <p:sp>
        <p:nvSpPr>
          <p:cNvPr id="39" name="PlaceHolder 3"/>
          <p:cNvSpPr>
            <a:spLocks noGrp="1"/>
          </p:cNvSpPr>
          <p:nvPr>
            <p:ph type="dt" idx="18"/>
          </p:nvPr>
        </p:nvSpPr>
        <p:spPr>
          <a:xfrm>
            <a:off x="540000" y="5130000"/>
            <a:ext cx="2338920" cy="44892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40"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trike="noStrike" u="none">
                <a:solidFill>
                  <a:srgbClr val="000000"/>
                </a:solidFill>
                <a:uFillTx/>
                <a:latin typeface="Arial"/>
              </a:rPr>
              <a:t>Click to edit the title text format</a:t>
            </a:r>
            <a:endParaRPr b="0" lang="en-US" sz="4400" strike="noStrike" u="none">
              <a:solidFill>
                <a:srgbClr val="000000"/>
              </a:solidFill>
              <a:uFillTx/>
              <a:latin typeface="Arial"/>
            </a:endParaRPr>
          </a:p>
        </p:txBody>
      </p:sp>
      <p:sp>
        <p:nvSpPr>
          <p:cNvPr id="41"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uFillTx/>
                <a:latin typeface="Arial"/>
              </a:rPr>
              <a:t>Click to edit the outline text format</a:t>
            </a:r>
            <a:endParaRPr b="0" lang="en-US" sz="32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uFillTx/>
                <a:latin typeface="Arial"/>
              </a:rPr>
              <a:t>Second Outline Level</a:t>
            </a:r>
            <a:endParaRPr b="0" lang="en-US" sz="2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uFillTx/>
                <a:latin typeface="Arial"/>
              </a:rPr>
              <a:t>Third Outline Level</a:t>
            </a:r>
            <a:endParaRPr b="0" lang="en-US" sz="24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uFillTx/>
                <a:latin typeface="Arial"/>
              </a:rPr>
              <a:t>Fourth Outline Level</a:t>
            </a:r>
            <a:endParaRPr b="0" lang="en-US" sz="20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uFillTx/>
                <a:latin typeface="Arial"/>
              </a:rPr>
              <a:t>Fifth Outline Level</a:t>
            </a:r>
            <a:endParaRPr b="0" lang="en-US" sz="20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uFillTx/>
                <a:latin typeface="Arial"/>
              </a:rPr>
              <a:t>Sixth Outline Level</a:t>
            </a:r>
            <a:endParaRPr b="0" lang="en-US" sz="20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uFillTx/>
                <a:latin typeface="Arial"/>
              </a:rPr>
              <a:t>Seventh Outline Level</a:t>
            </a:r>
            <a:endParaRPr b="0" lang="en-US" sz="2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
          <p:cNvSpPr/>
          <p:nvPr/>
        </p:nvSpPr>
        <p:spPr>
          <a:xfrm flipV="1">
            <a:off x="0" y="-1440"/>
            <a:ext cx="10078920" cy="1078920"/>
          </a:xfrm>
          <a:prstGeom prst="rect">
            <a:avLst/>
          </a:prstGeom>
          <a:pattFill prst="lgGrid">
            <a:fgClr>
              <a:srgbClr val="3465a4"/>
            </a:fgClr>
            <a:bgClr>
              <a:srgbClr val="009eda"/>
            </a:bgClr>
          </a:pattFill>
          <a:ln w="18000">
            <a:noFill/>
          </a:ln>
          <a:effectLst>
            <a:outerShdw blurRad="0" dir="5400000" dist="10800" rotWithShape="0">
              <a:srgbClr val="f49100"/>
            </a:outerShdw>
          </a:effectLst>
        </p:spPr>
        <p:style>
          <a:lnRef idx="0"/>
          <a:fillRef idx="0"/>
          <a:effectRef idx="0"/>
          <a:fontRef idx="minor"/>
        </p:style>
        <p:txBody>
          <a:bodyPr wrap="none" lIns="36000" rIns="36000" tIns="36000" bIns="36000" anchor="ctr">
            <a:noAutofit/>
          </a:bodyPr>
          <a:p>
            <a:pPr>
              <a:lnSpc>
                <a:spcPct val="100000"/>
              </a:lnSpc>
            </a:pPr>
            <a:endParaRPr b="0" lang="en-US" sz="2200" strike="noStrike" u="none">
              <a:solidFill>
                <a:srgbClr val="ffffff"/>
              </a:solidFill>
              <a:uFillTx/>
              <a:latin typeface="Source Sans Pro"/>
              <a:ea typeface="DejaVu Sans"/>
            </a:endParaRPr>
          </a:p>
        </p:txBody>
      </p:sp>
      <p:sp>
        <p:nvSpPr>
          <p:cNvPr id="43"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44" name="PlaceHolder 2"/>
          <p:cNvSpPr>
            <a:spLocks noGrp="1"/>
          </p:cNvSpPr>
          <p:nvPr>
            <p:ph type="ftr" idx="19"/>
          </p:nvPr>
        </p:nvSpPr>
        <p:spPr>
          <a:xfrm>
            <a:off x="3420000" y="5130000"/>
            <a:ext cx="3238920" cy="448920"/>
          </a:xfrm>
          <a:prstGeom prst="rect">
            <a:avLst/>
          </a:prstGeom>
          <a:noFill/>
          <a:ln w="0">
            <a:noFill/>
          </a:ln>
        </p:spPr>
        <p:txBody>
          <a:bodyPr lIns="0" rIns="0" tIns="0" bIns="0" anchor="t">
            <a:noAutofit/>
          </a:bodyPr>
          <a:lstStyle>
            <a:lvl1pPr indent="0" algn="ctr">
              <a:lnSpc>
                <a:spcPct val="100000"/>
              </a:lnSpc>
              <a:buNone/>
              <a:tabLst>
                <a:tab algn="l" pos="0"/>
              </a:tabLst>
              <a:defRPr b="0" lang="en-US" sz="2400" strike="noStrike" u="none">
                <a:solidFill>
                  <a:srgbClr val="484848"/>
                </a:solidFill>
                <a:uFillTx/>
                <a:latin typeface="Source Sans Pro"/>
              </a:defRPr>
            </a:lvl1pPr>
          </a:lstStyle>
          <a:p>
            <a:pPr indent="0" algn="ctr">
              <a:lnSpc>
                <a:spcPct val="100000"/>
              </a:lnSpc>
              <a:buNone/>
              <a:tabLst>
                <a:tab algn="l" pos="0"/>
              </a:tabLst>
            </a:pPr>
            <a:r>
              <a:rPr b="0" lang="en-US" sz="2400" strike="noStrike" u="none">
                <a:solidFill>
                  <a:srgbClr val="484848"/>
                </a:solidFill>
                <a:uFillTx/>
                <a:latin typeface="Source Sans Pro"/>
              </a:rPr>
              <a:t> </a:t>
            </a:r>
            <a:endParaRPr b="0" lang="en-US" sz="2400" strike="noStrike" u="none">
              <a:solidFill>
                <a:srgbClr val="000000"/>
              </a:solidFill>
              <a:uFillTx/>
              <a:latin typeface="Times New Roman"/>
            </a:endParaRPr>
          </a:p>
        </p:txBody>
      </p:sp>
      <p:sp>
        <p:nvSpPr>
          <p:cNvPr id="45" name="PlaceHolder 3"/>
          <p:cNvSpPr>
            <a:spLocks noGrp="1"/>
          </p:cNvSpPr>
          <p:nvPr>
            <p:ph type="sldNum" idx="20"/>
          </p:nvPr>
        </p:nvSpPr>
        <p:spPr>
          <a:xfrm>
            <a:off x="7200000" y="5130000"/>
            <a:ext cx="2338920" cy="448920"/>
          </a:xfrm>
          <a:prstGeom prst="rect">
            <a:avLst/>
          </a:prstGeom>
          <a:noFill/>
          <a:ln w="0">
            <a:noFill/>
          </a:ln>
        </p:spPr>
        <p:txBody>
          <a:bodyPr lIns="0" rIns="0" tIns="0" bIns="0" anchor="t">
            <a:noAutofit/>
          </a:bodyPr>
          <a:lstStyle>
            <a:lvl1pPr indent="0" algn="r">
              <a:lnSpc>
                <a:spcPct val="100000"/>
              </a:lnSpc>
              <a:buNone/>
              <a:tabLst>
                <a:tab algn="l" pos="0"/>
              </a:tabLst>
              <a:defRPr b="0" lang="en-US" sz="2400" strike="noStrike" u="none">
                <a:solidFill>
                  <a:srgbClr val="484848"/>
                </a:solidFill>
                <a:uFillTx/>
                <a:latin typeface="Source Sans Pro"/>
              </a:defRPr>
            </a:lvl1pPr>
          </a:lstStyle>
          <a:p>
            <a:pPr indent="0" algn="r">
              <a:lnSpc>
                <a:spcPct val="100000"/>
              </a:lnSpc>
              <a:buNone/>
              <a:tabLst>
                <a:tab algn="l" pos="0"/>
              </a:tabLst>
            </a:pPr>
            <a:fld id="{3CB7A96E-248D-43D5-8BF9-8217CA4941F9}" type="slidenum">
              <a:rPr b="0" lang="en-US" sz="2400" strike="noStrike" u="none">
                <a:solidFill>
                  <a:srgbClr val="484848"/>
                </a:solidFill>
                <a:uFillTx/>
                <a:latin typeface="Source Sans Pro"/>
              </a:rPr>
              <a:t>1</a:t>
            </a:fld>
            <a:endParaRPr b="0" lang="en-US" sz="2400" strike="noStrike" u="none">
              <a:solidFill>
                <a:srgbClr val="000000"/>
              </a:solidFill>
              <a:uFillTx/>
              <a:latin typeface="Times New Roman"/>
            </a:endParaRPr>
          </a:p>
        </p:txBody>
      </p:sp>
      <p:sp>
        <p:nvSpPr>
          <p:cNvPr id="46" name="PlaceHolder 4"/>
          <p:cNvSpPr>
            <a:spLocks noGrp="1"/>
          </p:cNvSpPr>
          <p:nvPr>
            <p:ph type="dt" idx="21"/>
          </p:nvPr>
        </p:nvSpPr>
        <p:spPr>
          <a:xfrm>
            <a:off x="540000" y="5130000"/>
            <a:ext cx="2338920" cy="44892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
          <p:cNvSpPr/>
          <p:nvPr/>
        </p:nvSpPr>
        <p:spPr>
          <a:xfrm flipV="1">
            <a:off x="0" y="-1440"/>
            <a:ext cx="10078920" cy="1078920"/>
          </a:xfrm>
          <a:prstGeom prst="rect">
            <a:avLst/>
          </a:prstGeom>
          <a:pattFill prst="lgGrid">
            <a:fgClr>
              <a:srgbClr val="3465a4"/>
            </a:fgClr>
            <a:bgClr>
              <a:srgbClr val="009eda"/>
            </a:bgClr>
          </a:pattFill>
          <a:ln w="18000">
            <a:noFill/>
          </a:ln>
          <a:effectLst>
            <a:outerShdw blurRad="0" dir="5400000" dist="10800" rotWithShape="0">
              <a:srgbClr val="f49100"/>
            </a:outerShdw>
          </a:effectLst>
        </p:spPr>
        <p:style>
          <a:lnRef idx="0"/>
          <a:fillRef idx="0"/>
          <a:effectRef idx="0"/>
          <a:fontRef idx="minor"/>
        </p:style>
        <p:txBody>
          <a:bodyPr wrap="none" lIns="36000" rIns="36000" tIns="36000" bIns="36000" anchor="ctr">
            <a:noAutofit/>
          </a:bodyPr>
          <a:p>
            <a:pPr>
              <a:lnSpc>
                <a:spcPct val="100000"/>
              </a:lnSpc>
            </a:pPr>
            <a:endParaRPr b="0" lang="en-US" sz="2200" strike="noStrike" u="none">
              <a:solidFill>
                <a:srgbClr val="ffffff"/>
              </a:solidFill>
              <a:uFillTx/>
              <a:latin typeface="Source Sans Pro"/>
              <a:ea typeface="DejaVu Sans"/>
            </a:endParaRPr>
          </a:p>
        </p:txBody>
      </p:sp>
      <p:sp>
        <p:nvSpPr>
          <p:cNvPr id="50" name="PlaceHolder 1"/>
          <p:cNvSpPr>
            <a:spLocks noGrp="1"/>
          </p:cNvSpPr>
          <p:nvPr>
            <p:ph type="ftr" idx="22"/>
          </p:nvPr>
        </p:nvSpPr>
        <p:spPr>
          <a:xfrm>
            <a:off x="3420000" y="5130000"/>
            <a:ext cx="3238920" cy="448920"/>
          </a:xfrm>
          <a:prstGeom prst="rect">
            <a:avLst/>
          </a:prstGeom>
          <a:noFill/>
          <a:ln w="0">
            <a:noFill/>
          </a:ln>
        </p:spPr>
        <p:txBody>
          <a:bodyPr lIns="0" rIns="0" tIns="0" bIns="0" anchor="t">
            <a:noAutofit/>
          </a:bodyPr>
          <a:lstStyle>
            <a:lvl1pPr indent="0" algn="ctr">
              <a:lnSpc>
                <a:spcPct val="100000"/>
              </a:lnSpc>
              <a:buNone/>
              <a:tabLst>
                <a:tab algn="l" pos="0"/>
              </a:tabLst>
              <a:defRPr b="0" lang="en-US" sz="2400" strike="noStrike" u="none">
                <a:solidFill>
                  <a:srgbClr val="484848"/>
                </a:solidFill>
                <a:uFillTx/>
                <a:latin typeface="Source Sans Pro"/>
              </a:defRPr>
            </a:lvl1pPr>
          </a:lstStyle>
          <a:p>
            <a:pPr indent="0" algn="ctr">
              <a:lnSpc>
                <a:spcPct val="100000"/>
              </a:lnSpc>
              <a:buNone/>
              <a:tabLst>
                <a:tab algn="l" pos="0"/>
              </a:tabLst>
            </a:pPr>
            <a:r>
              <a:rPr b="0" lang="en-US" sz="2400" strike="noStrike" u="none">
                <a:solidFill>
                  <a:srgbClr val="484848"/>
                </a:solidFill>
                <a:uFillTx/>
                <a:latin typeface="Source Sans Pro"/>
              </a:rPr>
              <a:t> </a:t>
            </a:r>
            <a:endParaRPr b="0" lang="en-US" sz="2400" strike="noStrike" u="none">
              <a:solidFill>
                <a:srgbClr val="000000"/>
              </a:solidFill>
              <a:uFillTx/>
              <a:latin typeface="Times New Roman"/>
            </a:endParaRPr>
          </a:p>
        </p:txBody>
      </p:sp>
      <p:sp>
        <p:nvSpPr>
          <p:cNvPr id="51" name="PlaceHolder 2"/>
          <p:cNvSpPr>
            <a:spLocks noGrp="1"/>
          </p:cNvSpPr>
          <p:nvPr>
            <p:ph type="sldNum" idx="23"/>
          </p:nvPr>
        </p:nvSpPr>
        <p:spPr>
          <a:xfrm>
            <a:off x="7200000" y="5130000"/>
            <a:ext cx="2338920" cy="448920"/>
          </a:xfrm>
          <a:prstGeom prst="rect">
            <a:avLst/>
          </a:prstGeom>
          <a:noFill/>
          <a:ln w="0">
            <a:noFill/>
          </a:ln>
        </p:spPr>
        <p:txBody>
          <a:bodyPr lIns="0" rIns="0" tIns="0" bIns="0" anchor="t">
            <a:noAutofit/>
          </a:bodyPr>
          <a:lstStyle>
            <a:lvl1pPr indent="0" algn="r">
              <a:lnSpc>
                <a:spcPct val="100000"/>
              </a:lnSpc>
              <a:buNone/>
              <a:tabLst>
                <a:tab algn="l" pos="0"/>
              </a:tabLst>
              <a:defRPr b="0" lang="en-US" sz="2400" strike="noStrike" u="none">
                <a:solidFill>
                  <a:srgbClr val="484848"/>
                </a:solidFill>
                <a:uFillTx/>
                <a:latin typeface="Source Sans Pro"/>
              </a:defRPr>
            </a:lvl1pPr>
          </a:lstStyle>
          <a:p>
            <a:pPr indent="0" algn="r">
              <a:lnSpc>
                <a:spcPct val="100000"/>
              </a:lnSpc>
              <a:buNone/>
              <a:tabLst>
                <a:tab algn="l" pos="0"/>
              </a:tabLst>
            </a:pPr>
            <a:fld id="{A993718C-ECD1-42C8-8442-307E2F20DB99}" type="slidenum">
              <a:rPr b="0" lang="en-US" sz="2400" strike="noStrike" u="none">
                <a:solidFill>
                  <a:srgbClr val="484848"/>
                </a:solidFill>
                <a:uFillTx/>
                <a:latin typeface="Source Sans Pro"/>
              </a:rPr>
              <a:t>1</a:t>
            </a:fld>
            <a:endParaRPr b="0" lang="en-US" sz="2400" strike="noStrike" u="none">
              <a:solidFill>
                <a:srgbClr val="000000"/>
              </a:solidFill>
              <a:uFillTx/>
              <a:latin typeface="Times New Roman"/>
            </a:endParaRPr>
          </a:p>
        </p:txBody>
      </p:sp>
      <p:sp>
        <p:nvSpPr>
          <p:cNvPr id="52" name="PlaceHolder 3"/>
          <p:cNvSpPr>
            <a:spLocks noGrp="1"/>
          </p:cNvSpPr>
          <p:nvPr>
            <p:ph type="dt" idx="24"/>
          </p:nvPr>
        </p:nvSpPr>
        <p:spPr>
          <a:xfrm>
            <a:off x="540000" y="5130000"/>
            <a:ext cx="2338920" cy="44892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
          <p:cNvSpPr/>
          <p:nvPr/>
        </p:nvSpPr>
        <p:spPr>
          <a:xfrm flipV="1">
            <a:off x="0" y="-1440"/>
            <a:ext cx="10078920" cy="178920"/>
          </a:xfrm>
          <a:prstGeom prst="rect">
            <a:avLst/>
          </a:prstGeom>
          <a:pattFill prst="lgGrid">
            <a:fgClr>
              <a:srgbClr val="3465a4"/>
            </a:fgClr>
            <a:bgClr>
              <a:srgbClr val="009eda"/>
            </a:bgClr>
          </a:pattFill>
          <a:ln w="18000">
            <a:noFill/>
          </a:ln>
          <a:effectLst>
            <a:outerShdw blurRad="0" dir="5400000" dist="10800" rotWithShape="0">
              <a:srgbClr val="f49100"/>
            </a:outerShdw>
          </a:effectLst>
        </p:spPr>
        <p:style>
          <a:lnRef idx="0"/>
          <a:fillRef idx="0"/>
          <a:effectRef idx="0"/>
          <a:fontRef idx="minor"/>
        </p:style>
        <p:txBody>
          <a:bodyPr wrap="none" lIns="36000" rIns="36000" tIns="36000" bIns="36000" anchor="ctr">
            <a:noAutofit/>
          </a:bodyPr>
          <a:p>
            <a:pPr>
              <a:lnSpc>
                <a:spcPct val="100000"/>
              </a:lnSpc>
            </a:pPr>
            <a:endParaRPr b="0" lang="en-US" sz="2200" strike="noStrike" u="none">
              <a:solidFill>
                <a:srgbClr val="ffffff"/>
              </a:solidFill>
              <a:uFillTx/>
              <a:latin typeface="Source Sans Pro"/>
              <a:ea typeface="DejaVu Sans"/>
            </a:endParaRPr>
          </a:p>
        </p:txBody>
      </p:sp>
      <p:sp>
        <p:nvSpPr>
          <p:cNvPr id="54" name=""/>
          <p:cNvSpPr/>
          <p:nvPr/>
        </p:nvSpPr>
        <p:spPr>
          <a:xfrm>
            <a:off x="0" y="5580000"/>
            <a:ext cx="10078920" cy="88920"/>
          </a:xfrm>
          <a:prstGeom prst="rect">
            <a:avLst/>
          </a:prstGeom>
          <a:pattFill prst="lgGrid">
            <a:fgClr>
              <a:srgbClr val="3465a4"/>
            </a:fgClr>
            <a:bgClr>
              <a:srgbClr val="009eda"/>
            </a:bgClr>
          </a:pattFill>
          <a:ln w="18000">
            <a:noFill/>
          </a:ln>
          <a:effectLst>
            <a:outerShdw blurRad="0" dir="16200000" dist="10800" rotWithShape="0">
              <a:srgbClr val="f49100"/>
            </a:outerShdw>
          </a:effectLst>
        </p:spPr>
        <p:style>
          <a:lnRef idx="0"/>
          <a:fillRef idx="0"/>
          <a:effectRef idx="0"/>
          <a:fontRef idx="minor"/>
        </p:style>
        <p:txBody>
          <a:bodyPr wrap="none" lIns="36000" rIns="36000" tIns="36000" bIns="36000" anchor="ctr">
            <a:noAutofit/>
          </a:bodyPr>
          <a:p>
            <a:pPr>
              <a:lnSpc>
                <a:spcPct val="100000"/>
              </a:lnSpc>
            </a:pPr>
            <a:endParaRPr b="0" lang="en-US" sz="2200" strike="noStrike" u="none">
              <a:solidFill>
                <a:srgbClr val="ffffff"/>
              </a:solidFill>
              <a:uFillTx/>
              <a:latin typeface="Source Sans Pro"/>
              <a:ea typeface="DejaVu Sans"/>
            </a:endParaRPr>
          </a:p>
        </p:txBody>
      </p:sp>
      <p:sp>
        <p:nvSpPr>
          <p:cNvPr id="55" name="PlaceHolder 1"/>
          <p:cNvSpPr>
            <a:spLocks noGrp="1"/>
          </p:cNvSpPr>
          <p:nvPr>
            <p:ph type="ftr" idx="25"/>
          </p:nvPr>
        </p:nvSpPr>
        <p:spPr>
          <a:xfrm>
            <a:off x="3420000" y="5119200"/>
            <a:ext cx="3238920" cy="448920"/>
          </a:xfrm>
          <a:prstGeom prst="rect">
            <a:avLst/>
          </a:prstGeom>
          <a:noFill/>
          <a:ln w="0">
            <a:noFill/>
          </a:ln>
        </p:spPr>
        <p:txBody>
          <a:bodyPr lIns="0" rIns="0" tIns="0" bIns="0" anchor="t">
            <a:noAutofit/>
          </a:bodyPr>
          <a:lstStyle>
            <a:lvl1pPr indent="0" algn="ctr">
              <a:lnSpc>
                <a:spcPct val="100000"/>
              </a:lnSpc>
              <a:buNone/>
              <a:tabLst>
                <a:tab algn="l" pos="0"/>
              </a:tabLst>
              <a:defRPr b="0" lang="en-US" sz="2400" strike="noStrike" u="none">
                <a:solidFill>
                  <a:srgbClr val="484848"/>
                </a:solidFill>
                <a:uFillTx/>
                <a:latin typeface="Source Sans Pro"/>
              </a:defRPr>
            </a:lvl1pPr>
          </a:lstStyle>
          <a:p>
            <a:pPr indent="0" algn="ctr">
              <a:lnSpc>
                <a:spcPct val="100000"/>
              </a:lnSpc>
              <a:buNone/>
              <a:tabLst>
                <a:tab algn="l" pos="0"/>
              </a:tabLst>
            </a:pPr>
            <a:r>
              <a:rPr b="0" lang="en-US" sz="2400" strike="noStrike" u="none">
                <a:solidFill>
                  <a:srgbClr val="484848"/>
                </a:solidFill>
                <a:uFillTx/>
                <a:latin typeface="Source Sans Pro"/>
              </a:rPr>
              <a:t> </a:t>
            </a:r>
            <a:endParaRPr b="0" lang="en-US" sz="2400" strike="noStrike" u="none">
              <a:solidFill>
                <a:srgbClr val="000000"/>
              </a:solidFill>
              <a:uFillTx/>
              <a:latin typeface="Times New Roman"/>
            </a:endParaRPr>
          </a:p>
        </p:txBody>
      </p:sp>
      <p:sp>
        <p:nvSpPr>
          <p:cNvPr id="56" name="PlaceHolder 2"/>
          <p:cNvSpPr>
            <a:spLocks noGrp="1"/>
          </p:cNvSpPr>
          <p:nvPr>
            <p:ph type="sldNum" idx="26"/>
          </p:nvPr>
        </p:nvSpPr>
        <p:spPr>
          <a:xfrm>
            <a:off x="7650000" y="5130000"/>
            <a:ext cx="1888920" cy="448920"/>
          </a:xfrm>
          <a:prstGeom prst="rect">
            <a:avLst/>
          </a:prstGeom>
          <a:noFill/>
          <a:ln w="0">
            <a:noFill/>
          </a:ln>
        </p:spPr>
        <p:txBody>
          <a:bodyPr lIns="0" rIns="0" tIns="0" bIns="0" anchor="t">
            <a:noAutofit/>
          </a:bodyPr>
          <a:lstStyle>
            <a:lvl1pPr indent="0" algn="r">
              <a:lnSpc>
                <a:spcPct val="100000"/>
              </a:lnSpc>
              <a:buNone/>
              <a:tabLst>
                <a:tab algn="l" pos="0"/>
              </a:tabLst>
              <a:defRPr b="0" lang="en-US" sz="2400" strike="noStrike" u="none">
                <a:solidFill>
                  <a:srgbClr val="484848"/>
                </a:solidFill>
                <a:uFillTx/>
                <a:latin typeface="Source Sans Pro"/>
              </a:defRPr>
            </a:lvl1pPr>
          </a:lstStyle>
          <a:p>
            <a:pPr indent="0" algn="r">
              <a:lnSpc>
                <a:spcPct val="100000"/>
              </a:lnSpc>
              <a:buNone/>
              <a:tabLst>
                <a:tab algn="l" pos="0"/>
              </a:tabLst>
            </a:pPr>
            <a:fld id="{8869888A-F3F0-4DEA-B0B7-80AE1B5C88B9}" type="slidenum">
              <a:rPr b="0" lang="en-US" sz="2400" strike="noStrike" u="none">
                <a:solidFill>
                  <a:srgbClr val="484848"/>
                </a:solidFill>
                <a:uFillTx/>
                <a:latin typeface="Source Sans Pro"/>
              </a:rPr>
              <a:t>1</a:t>
            </a:fld>
            <a:endParaRPr b="0" lang="en-US" sz="2400" strike="noStrike" u="none">
              <a:solidFill>
                <a:srgbClr val="000000"/>
              </a:solidFill>
              <a:uFillTx/>
              <a:latin typeface="Times New Roman"/>
            </a:endParaRPr>
          </a:p>
        </p:txBody>
      </p:sp>
      <p:sp>
        <p:nvSpPr>
          <p:cNvPr id="57" name="PlaceHolder 3"/>
          <p:cNvSpPr>
            <a:spLocks noGrp="1"/>
          </p:cNvSpPr>
          <p:nvPr>
            <p:ph type="dt" idx="27"/>
          </p:nvPr>
        </p:nvSpPr>
        <p:spPr>
          <a:xfrm>
            <a:off x="540000" y="5130000"/>
            <a:ext cx="2338920" cy="44892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7"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image" Target="../media/image8.wmf"/><Relationship Id="rId2" Type="http://schemas.openxmlformats.org/officeDocument/2006/relationships/image" Target="../media/image8.wmf"/><Relationship Id="rId3" Type="http://schemas.openxmlformats.org/officeDocument/2006/relationships/image" Target="../media/image8.wmf"/><Relationship Id="rId4" Type="http://schemas.openxmlformats.org/officeDocument/2006/relationships/image" Target="../media/image9.wmf"/><Relationship Id="rId5" Type="http://schemas.openxmlformats.org/officeDocument/2006/relationships/image" Target="../media/image8.wmf"/><Relationship Id="rId6" Type="http://schemas.openxmlformats.org/officeDocument/2006/relationships/image" Target="../media/image10.png"/><Relationship Id="rId7"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image" Target="../media/image14.emf"/><Relationship Id="rId2" Type="http://schemas.openxmlformats.org/officeDocument/2006/relationships/image" Target="../media/image15.emf"/><Relationship Id="rId3" Type="http://schemas.openxmlformats.org/officeDocument/2006/relationships/image" Target="../media/image16.emf"/><Relationship Id="rId4" Type="http://schemas.openxmlformats.org/officeDocument/2006/relationships/image" Target="../media/image17.emf"/><Relationship Id="rId5" Type="http://schemas.openxmlformats.org/officeDocument/2006/relationships/image" Target="../media/image18.emf"/><Relationship Id="rId6" Type="http://schemas.openxmlformats.org/officeDocument/2006/relationships/image" Target="../media/image19.emf"/><Relationship Id="rId7" Type="http://schemas.openxmlformats.org/officeDocument/2006/relationships/slideLayout" Target="../slideLayouts/slideLayout3.xml"/>
</Relationships>
</file>

<file path=ppt/slides/_rels/slide22.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
<Relationships xmlns="http://schemas.openxmlformats.org/package/2006/relationships"><Relationship Id="rId1" Type="http://schemas.openxmlformats.org/officeDocument/2006/relationships/image" Target="../media/image22.emf"/><Relationship Id="rId2" Type="http://schemas.openxmlformats.org/officeDocument/2006/relationships/image" Target="../media/image23.emf"/><Relationship Id="rId3" Type="http://schemas.openxmlformats.org/officeDocument/2006/relationships/image" Target="../media/image24.emf"/><Relationship Id="rId4" Type="http://schemas.openxmlformats.org/officeDocument/2006/relationships/image" Target="../media/image25.emf"/><Relationship Id="rId5" Type="http://schemas.openxmlformats.org/officeDocument/2006/relationships/image" Target="../media/image26.emf"/><Relationship Id="rId6" Type="http://schemas.openxmlformats.org/officeDocument/2006/relationships/image" Target="../media/image27.emf"/><Relationship Id="rId7" Type="http://schemas.openxmlformats.org/officeDocument/2006/relationships/slideLayout" Target="../slideLayouts/slideLayout3.xml"/>
</Relationships>
</file>

<file path=ppt/slides/_rels/slide27.xml.rels><?xml version="1.0" encoding="UTF-8"?>
<Relationships xmlns="http://schemas.openxmlformats.org/package/2006/relationships"><Relationship Id="rId1" Type="http://schemas.openxmlformats.org/officeDocument/2006/relationships/image" Target="../media/image28.wmf"/><Relationship Id="rId2" Type="http://schemas.openxmlformats.org/officeDocument/2006/relationships/image" Target="../media/image29.png"/><Relationship Id="rId3" Type="http://schemas.openxmlformats.org/officeDocument/2006/relationships/slideLayout" Target="../slideLayouts/slideLayout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450000" y="270000"/>
            <a:ext cx="8998920" cy="3238920"/>
          </a:xfrm>
          <a:prstGeom prst="rect">
            <a:avLst/>
          </a:prstGeom>
          <a:noFill/>
          <a:ln w="0">
            <a:noFill/>
          </a:ln>
        </p:spPr>
        <p:txBody>
          <a:bodyPr lIns="0" rIns="0" tIns="0" bIns="0" anchor="b">
            <a:normAutofit/>
          </a:bodyPr>
          <a:p>
            <a:pPr indent="0">
              <a:lnSpc>
                <a:spcPct val="100000"/>
              </a:lnSpc>
              <a:buNone/>
              <a:tabLst>
                <a:tab algn="l" pos="0"/>
              </a:tabLst>
            </a:pPr>
            <a:r>
              <a:rPr b="0" lang="en-US" sz="6000" strike="noStrike" u="none">
                <a:solidFill>
                  <a:srgbClr val="04617b"/>
                </a:solidFill>
                <a:uFillTx/>
                <a:latin typeface="Source Sans Pro Light"/>
              </a:rPr>
              <a:t>Media Planning Exercise</a:t>
            </a:r>
            <a:endParaRPr b="0" lang="en-US" sz="6000" strike="noStrike" u="none">
              <a:solidFill>
                <a:srgbClr val="000000"/>
              </a:solidFill>
              <a:uFillTx/>
              <a:latin typeface="Arial"/>
            </a:endParaRPr>
          </a:p>
        </p:txBody>
      </p:sp>
      <p:sp>
        <p:nvSpPr>
          <p:cNvPr id="59" name="PlaceHolder 2"/>
          <p:cNvSpPr>
            <a:spLocks noGrp="1"/>
          </p:cNvSpPr>
          <p:nvPr>
            <p:ph type="subTitle"/>
          </p:nvPr>
        </p:nvSpPr>
        <p:spPr>
          <a:xfrm>
            <a:off x="450000" y="3870000"/>
            <a:ext cx="8998920" cy="1168920"/>
          </a:xfrm>
          <a:prstGeom prst="rect">
            <a:avLst/>
          </a:prstGeom>
          <a:noFill/>
          <a:ln w="0">
            <a:noFill/>
          </a:ln>
        </p:spPr>
        <p:txBody>
          <a:bodyPr lIns="0" rIns="0" tIns="0" bIns="0" anchor="t">
            <a:noAutofit/>
          </a:bodyPr>
          <a:p>
            <a:pPr indent="0">
              <a:lnSpc>
                <a:spcPct val="100000"/>
              </a:lnSpc>
              <a:buNone/>
              <a:tabLst>
                <a:tab algn="l" pos="0"/>
              </a:tabLst>
            </a:pPr>
            <a:r>
              <a:rPr b="1" lang="en-US" sz="2700" strike="noStrike" u="none">
                <a:solidFill>
                  <a:srgbClr val="dbf5f9"/>
                </a:solidFill>
                <a:uFillTx/>
                <a:latin typeface="Source Sans Pro"/>
              </a:rPr>
              <a:t>David Perez-Suarez</a:t>
            </a:r>
            <a:endParaRPr b="0" lang="en-US" sz="27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502920" y="90720"/>
            <a:ext cx="9070560" cy="945720"/>
          </a:xfrm>
          <a:prstGeom prst="rect">
            <a:avLst/>
          </a:prstGeom>
          <a:noFill/>
          <a:ln w="0">
            <a:noFill/>
          </a:ln>
        </p:spPr>
        <p:txBody>
          <a:bodyPr lIns="0" rIns="0" tIns="0" bIns="0" anchor="b">
            <a:normAutofit/>
          </a:bodyPr>
          <a:p>
            <a:pPr indent="0">
              <a:lnSpc>
                <a:spcPct val="100000"/>
              </a:lnSpc>
              <a:buNone/>
              <a:tabLst>
                <a:tab algn="l" pos="0"/>
              </a:tabLst>
            </a:pPr>
            <a:r>
              <a:rPr b="0" lang="en-US" sz="4500" strike="noStrike" u="none">
                <a:solidFill>
                  <a:srgbClr val="ffffff"/>
                </a:solidFill>
                <a:uFillTx/>
                <a:latin typeface="Source Sans Pro Light"/>
              </a:rPr>
              <a:t>Overview</a:t>
            </a:r>
            <a:endParaRPr b="0" lang="en-US" sz="4500" strike="noStrike" u="none">
              <a:solidFill>
                <a:srgbClr val="000000"/>
              </a:solidFill>
              <a:uFillTx/>
              <a:latin typeface="Arial"/>
            </a:endParaRPr>
          </a:p>
        </p:txBody>
      </p:sp>
      <p:sp>
        <p:nvSpPr>
          <p:cNvPr id="61" name="PlaceHolder 2"/>
          <p:cNvSpPr>
            <a:spLocks noGrp="1"/>
          </p:cNvSpPr>
          <p:nvPr>
            <p:ph/>
          </p:nvPr>
        </p:nvSpPr>
        <p:spPr>
          <a:xfrm>
            <a:off x="502920" y="1440000"/>
            <a:ext cx="9020880" cy="3496680"/>
          </a:xfrm>
          <a:prstGeom prst="rect">
            <a:avLst/>
          </a:prstGeom>
          <a:noFill/>
          <a:ln w="0">
            <a:noFill/>
          </a:ln>
        </p:spPr>
        <p:txBody>
          <a:bodyPr lIns="0" rIns="0" tIns="0" bIns="0" anchor="t">
            <a:normAutofit/>
          </a:bodyPr>
          <a:p>
            <a:pPr marL="432000" indent="-324000">
              <a:lnSpc>
                <a:spcPct val="100000"/>
              </a:lnSpc>
              <a:spcAft>
                <a:spcPts val="1054"/>
              </a:spcAft>
              <a:buClr>
                <a:srgbClr val="009eda"/>
              </a:buClr>
              <a:buSzPct val="45000"/>
              <a:buFont typeface="Wingdings" charset="2"/>
              <a:buChar char=""/>
            </a:pPr>
            <a:r>
              <a:rPr b="0" lang="en-US" sz="2400" strike="noStrike" u="none">
                <a:solidFill>
                  <a:srgbClr val="000000"/>
                </a:solidFill>
                <a:uFillTx/>
                <a:latin typeface="Source Sans Pro"/>
              </a:rPr>
              <a:t>Introduction</a:t>
            </a:r>
            <a:endParaRPr b="0" lang="en-US" sz="2400" strike="noStrike" u="none">
              <a:solidFill>
                <a:srgbClr val="000000"/>
              </a:solidFill>
              <a:uFillTx/>
              <a:latin typeface="Arial"/>
            </a:endParaRPr>
          </a:p>
          <a:p>
            <a:pPr marL="432000" indent="-324000">
              <a:lnSpc>
                <a:spcPct val="100000"/>
              </a:lnSpc>
              <a:spcAft>
                <a:spcPts val="1054"/>
              </a:spcAft>
              <a:buClr>
                <a:srgbClr val="009eda"/>
              </a:buClr>
              <a:buSzPct val="45000"/>
              <a:buFont typeface="Wingdings" charset="2"/>
              <a:buChar char=""/>
            </a:pPr>
            <a:r>
              <a:rPr b="0" lang="en-US" sz="2400" strike="noStrike" u="none">
                <a:solidFill>
                  <a:srgbClr val="000000"/>
                </a:solidFill>
                <a:uFillTx/>
                <a:latin typeface="Source Sans Pro"/>
              </a:rPr>
              <a:t>Linear Regression</a:t>
            </a:r>
            <a:endParaRPr b="0" lang="en-US" sz="2400" strike="noStrike" u="none">
              <a:solidFill>
                <a:srgbClr val="000000"/>
              </a:solidFill>
              <a:uFillTx/>
              <a:latin typeface="Arial"/>
            </a:endParaRPr>
          </a:p>
          <a:p>
            <a:pPr marL="432000" indent="-324000">
              <a:lnSpc>
                <a:spcPct val="100000"/>
              </a:lnSpc>
              <a:spcAft>
                <a:spcPts val="1054"/>
              </a:spcAft>
              <a:buClr>
                <a:srgbClr val="009eda"/>
              </a:buClr>
              <a:buSzPct val="45000"/>
              <a:buFont typeface="Wingdings" charset="2"/>
              <a:buChar char=""/>
            </a:pPr>
            <a:r>
              <a:rPr b="0" lang="en-US" sz="2400" strike="noStrike" u="none">
                <a:solidFill>
                  <a:srgbClr val="000000"/>
                </a:solidFill>
                <a:uFillTx/>
                <a:latin typeface="Source Sans Pro"/>
              </a:rPr>
              <a:t>Random Forest</a:t>
            </a:r>
            <a:endParaRPr b="0" lang="en-US" sz="2400" strike="noStrike" u="none">
              <a:solidFill>
                <a:srgbClr val="000000"/>
              </a:solidFill>
              <a:uFillTx/>
              <a:latin typeface="Arial"/>
            </a:endParaRPr>
          </a:p>
          <a:p>
            <a:pPr marL="432000" indent="-324000">
              <a:lnSpc>
                <a:spcPct val="100000"/>
              </a:lnSpc>
              <a:spcAft>
                <a:spcPts val="1054"/>
              </a:spcAft>
              <a:buClr>
                <a:srgbClr val="009eda"/>
              </a:buClr>
              <a:buSzPct val="45000"/>
              <a:buFont typeface="Wingdings" charset="2"/>
              <a:buChar char=""/>
            </a:pPr>
            <a:r>
              <a:rPr b="0" lang="en-US" sz="2400" strike="noStrike" u="none">
                <a:solidFill>
                  <a:srgbClr val="000000"/>
                </a:solidFill>
                <a:uFillTx/>
                <a:latin typeface="Source Sans Pro"/>
              </a:rPr>
              <a:t>Results/Recommendation</a:t>
            </a:r>
            <a:endParaRPr b="0" lang="en-US" sz="2400" strike="noStrike" u="none">
              <a:solidFill>
                <a:srgbClr val="000000"/>
              </a:solidFill>
              <a:uFillTx/>
              <a:latin typeface="Arial"/>
            </a:endParaRPr>
          </a:p>
          <a:p>
            <a:pPr marL="432000" indent="-324000">
              <a:lnSpc>
                <a:spcPct val="100000"/>
              </a:lnSpc>
              <a:spcAft>
                <a:spcPts val="1054"/>
              </a:spcAft>
              <a:buClr>
                <a:srgbClr val="009eda"/>
              </a:buClr>
              <a:buSzPct val="45000"/>
              <a:buFont typeface="Wingdings" charset="2"/>
              <a:buChar char=""/>
            </a:pPr>
            <a:r>
              <a:rPr b="0" lang="en-US" sz="2400" strike="noStrike" u="none">
                <a:solidFill>
                  <a:srgbClr val="000000"/>
                </a:solidFill>
                <a:uFillTx/>
                <a:latin typeface="Source Sans Pro"/>
              </a:rPr>
              <a:t>Future Work</a:t>
            </a:r>
            <a:endParaRPr b="0" lang="en-US" sz="2400" strike="noStrike" u="none">
              <a:solidFill>
                <a:srgbClr val="000000"/>
              </a:solidFill>
              <a:uFillTx/>
              <a:latin typeface="Arial"/>
            </a:endParaRPr>
          </a:p>
          <a:p>
            <a:pPr marL="432000" indent="0">
              <a:lnSpc>
                <a:spcPct val="100000"/>
              </a:lnSpc>
              <a:spcAft>
                <a:spcPts val="1054"/>
              </a:spcAft>
              <a:buNone/>
              <a:tabLst>
                <a:tab algn="l" pos="0"/>
              </a:tabLst>
            </a:pPr>
            <a:endParaRPr b="0" lang="en-US" sz="2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685800" y="153360"/>
            <a:ext cx="8853120" cy="760320"/>
          </a:xfrm>
          <a:prstGeom prst="rect">
            <a:avLst/>
          </a:prstGeom>
          <a:noFill/>
          <a:ln w="0">
            <a:noFill/>
          </a:ln>
        </p:spPr>
        <p:txBody>
          <a:bodyPr lIns="0" rIns="0" tIns="0" bIns="0" anchor="b">
            <a:normAutofit/>
          </a:bodyPr>
          <a:p>
            <a:pPr indent="0">
              <a:lnSpc>
                <a:spcPct val="100000"/>
              </a:lnSpc>
              <a:buNone/>
              <a:tabLst>
                <a:tab algn="l" pos="0"/>
              </a:tabLst>
            </a:pPr>
            <a:r>
              <a:rPr b="0" lang="en-US" sz="4500" strike="noStrike" u="none">
                <a:solidFill>
                  <a:srgbClr val="ffffff"/>
                </a:solidFill>
                <a:uFillTx/>
                <a:latin typeface="Source Sans Pro Light"/>
              </a:rPr>
              <a:t>Introduction</a:t>
            </a:r>
            <a:endParaRPr b="0" lang="en-US" sz="4500" strike="noStrike" u="none">
              <a:solidFill>
                <a:srgbClr val="000000"/>
              </a:solidFill>
              <a:uFillTx/>
              <a:latin typeface="Arial"/>
            </a:endParaRPr>
          </a:p>
        </p:txBody>
      </p:sp>
      <p:sp>
        <p:nvSpPr>
          <p:cNvPr id="63" name="PlaceHolder 2"/>
          <p:cNvSpPr>
            <a:spLocks noGrp="1"/>
          </p:cNvSpPr>
          <p:nvPr>
            <p:ph/>
          </p:nvPr>
        </p:nvSpPr>
        <p:spPr>
          <a:xfrm>
            <a:off x="540000" y="1440000"/>
            <a:ext cx="8998920" cy="3508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In media buying, we’re tasked with allocating funds across a number of different choices from publishers and ad sizes to targeting strategies and audiences</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There are a lot of variables that can help with such a task</a:t>
            </a:r>
            <a:endParaRPr b="0" lang="en-US" sz="3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Introduction</a:t>
            </a:r>
            <a:endParaRPr b="0" lang="en-US" sz="4400" strike="noStrike" u="none">
              <a:solidFill>
                <a:srgbClr val="000000"/>
              </a:solidFill>
              <a:uFillTx/>
              <a:latin typeface="Arial"/>
            </a:endParaRPr>
          </a:p>
        </p:txBody>
      </p:sp>
      <p:sp>
        <p:nvSpPr>
          <p:cNvPr id="65" name="PlaceHolder 2"/>
          <p:cNvSpPr>
            <a:spLocks noGrp="1"/>
          </p:cNvSpPr>
          <p:nvPr>
            <p:ph/>
          </p:nvPr>
        </p:nvSpPr>
        <p:spPr>
          <a:xfrm>
            <a:off x="228600" y="1440000"/>
            <a:ext cx="9310320" cy="4045680"/>
          </a:xfrm>
          <a:prstGeom prst="rect">
            <a:avLst/>
          </a:prstGeom>
          <a:noFill/>
          <a:ln w="0">
            <a:noFill/>
          </a:ln>
        </p:spPr>
        <p:txBody>
          <a:bodyPr lIns="0" rIns="0" tIns="0" bIns="0" anchor="t">
            <a:normAutofit fontScale="92500" lnSpcReduction="19999"/>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Media Cost</a:t>
            </a:r>
            <a:endParaRPr b="0" lang="en-US" sz="3200" strike="noStrike" u="none">
              <a:solidFill>
                <a:srgbClr val="000000"/>
              </a:solidFill>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uFillTx/>
                <a:latin typeface="Arial"/>
              </a:rPr>
              <a:t>Amount spent on advertising</a:t>
            </a:r>
            <a:endParaRPr b="0" lang="en-US" sz="28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Impressions</a:t>
            </a:r>
            <a:endParaRPr b="0" lang="en-US" sz="3200" strike="noStrike" u="none">
              <a:solidFill>
                <a:srgbClr val="000000"/>
              </a:solidFill>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uFillTx/>
                <a:latin typeface="Arial"/>
              </a:rPr>
              <a:t>Number of times the ad displayed</a:t>
            </a:r>
            <a:endParaRPr b="0" lang="en-US" sz="28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Clicks </a:t>
            </a:r>
            <a:endParaRPr b="0" lang="en-US" sz="3200" strike="noStrike" u="none">
              <a:solidFill>
                <a:srgbClr val="000000"/>
              </a:solidFill>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uFillTx/>
                <a:latin typeface="Arial"/>
              </a:rPr>
              <a:t>Number of times the ad was clicked</a:t>
            </a:r>
            <a:endParaRPr b="0" lang="en-US" sz="28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Click Rate</a:t>
            </a:r>
            <a:endParaRPr b="0" lang="en-US" sz="3200" strike="noStrike" u="none">
              <a:solidFill>
                <a:srgbClr val="000000"/>
              </a:solidFill>
              <a:uFillTx/>
              <a:latin typeface="Arial"/>
            </a:endParaRPr>
          </a:p>
          <a:p>
            <a:pPr lvl="1" marL="864000" indent="-324000">
              <a:lnSpc>
                <a:spcPct val="100000"/>
              </a:lnSpc>
              <a:spcBef>
                <a:spcPts val="1191"/>
              </a:spcBef>
              <a:spcAft>
                <a:spcPts val="992"/>
              </a:spcAft>
              <a:buClr>
                <a:srgbClr val="000000"/>
              </a:buClr>
              <a:buSzPct val="75000"/>
              <a:buFont typeface="Symbol" charset="2"/>
              <a:buChar char=""/>
            </a:pPr>
            <a:r>
              <a:rPr b="0" lang="en-US" sz="2800" strike="noStrike" u="none">
                <a:solidFill>
                  <a:srgbClr val="000000"/>
                </a:solidFill>
                <a:uFillTx/>
                <a:latin typeface="Arial"/>
              </a:rPr>
              <a:t>measures the percentage of people who clicked on an ad compared to the number of people who viewed it </a:t>
            </a:r>
            <a:endParaRPr b="0" lang="en-US" sz="2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Introduction</a:t>
            </a:r>
            <a:endParaRPr b="0" lang="en-US" sz="4400" strike="noStrike" u="none">
              <a:solidFill>
                <a:srgbClr val="000000"/>
              </a:solidFill>
              <a:uFillTx/>
              <a:latin typeface="Arial"/>
            </a:endParaRPr>
          </a:p>
        </p:txBody>
      </p:sp>
      <p:sp>
        <p:nvSpPr>
          <p:cNvPr id="67" name="PlaceHolder 2"/>
          <p:cNvSpPr>
            <a:spLocks noGrp="1"/>
          </p:cNvSpPr>
          <p:nvPr>
            <p:ph/>
          </p:nvPr>
        </p:nvSpPr>
        <p:spPr>
          <a:xfrm>
            <a:off x="540000" y="1440000"/>
            <a:ext cx="8998920" cy="4045680"/>
          </a:xfrm>
          <a:prstGeom prst="rect">
            <a:avLst/>
          </a:prstGeom>
          <a:noFill/>
          <a:ln w="0">
            <a:noFill/>
          </a:ln>
        </p:spPr>
        <p:txBody>
          <a:bodyPr lIns="0" rIns="0" tIns="0" bIns="0" anchor="t">
            <a:normAutofit fontScale="55000" lnSpcReduction="19999"/>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Active View: Viewable Impressions</a:t>
            </a:r>
            <a:endParaRPr b="0" lang="en-US" sz="3200" strike="noStrike" u="none">
              <a:solidFill>
                <a:srgbClr val="000000"/>
              </a:solidFill>
              <a:uFillTx/>
              <a:latin typeface="Arial"/>
            </a:endParaRPr>
          </a:p>
          <a:p>
            <a:pPr lvl="1" marL="864000" indent="-324000">
              <a:lnSpc>
                <a:spcPct val="100000"/>
              </a:lnSpc>
              <a:spcBef>
                <a:spcPts val="1191"/>
              </a:spcBef>
              <a:spcAft>
                <a:spcPts val="992"/>
              </a:spcAft>
              <a:buClr>
                <a:srgbClr val="000000"/>
              </a:buClr>
              <a:buSzPct val="75000"/>
              <a:buFont typeface="Symbol" charset="2"/>
              <a:buChar char=""/>
            </a:pPr>
            <a:r>
              <a:rPr b="0" lang="en-US" sz="2800" strike="noStrike" u="none">
                <a:solidFill>
                  <a:srgbClr val="000000"/>
                </a:solidFill>
                <a:uFillTx/>
                <a:latin typeface="Arial"/>
              </a:rPr>
              <a:t>Total number of ad impressions that were actually viewable by users.</a:t>
            </a:r>
            <a:endParaRPr b="0" lang="en-US" sz="28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Active View: Measurable Impressions</a:t>
            </a:r>
            <a:endParaRPr b="0" lang="en-US" sz="3200" strike="noStrike" u="none">
              <a:solidFill>
                <a:srgbClr val="000000"/>
              </a:solidFill>
              <a:uFillTx/>
              <a:latin typeface="Arial"/>
            </a:endParaRPr>
          </a:p>
          <a:p>
            <a:pPr lvl="1" marL="864000" indent="-324000">
              <a:lnSpc>
                <a:spcPct val="100000"/>
              </a:lnSpc>
              <a:spcBef>
                <a:spcPts val="1191"/>
              </a:spcBef>
              <a:spcAft>
                <a:spcPts val="992"/>
              </a:spcAft>
              <a:buClr>
                <a:srgbClr val="000000"/>
              </a:buClr>
              <a:buSzPct val="75000"/>
              <a:buFont typeface="Symbol" charset="2"/>
              <a:buChar char=""/>
            </a:pPr>
            <a:r>
              <a:rPr b="0" lang="en-US" sz="2800" strike="noStrike" u="none">
                <a:solidFill>
                  <a:srgbClr val="000000"/>
                </a:solidFill>
                <a:uFillTx/>
                <a:latin typeface="Arial"/>
              </a:rPr>
              <a:t>Total number of eligible impressions where viewability was measurable</a:t>
            </a:r>
            <a:endParaRPr b="0" lang="en-US" sz="28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Active View: Eligible Impressions</a:t>
            </a:r>
            <a:endParaRPr b="0" lang="en-US" sz="3200" strike="noStrike" u="none">
              <a:solidFill>
                <a:srgbClr val="000000"/>
              </a:solidFill>
              <a:uFillTx/>
              <a:latin typeface="Arial"/>
            </a:endParaRPr>
          </a:p>
          <a:p>
            <a:pPr lvl="1" marL="864000" indent="-324000">
              <a:lnSpc>
                <a:spcPct val="100000"/>
              </a:lnSpc>
              <a:spcBef>
                <a:spcPts val="1191"/>
              </a:spcBef>
              <a:spcAft>
                <a:spcPts val="992"/>
              </a:spcAft>
              <a:buClr>
                <a:srgbClr val="000000"/>
              </a:buClr>
              <a:buSzPct val="75000"/>
              <a:buFont typeface="Symbol" charset="2"/>
              <a:buChar char=""/>
            </a:pPr>
            <a:r>
              <a:rPr b="0" lang="en-US" sz="2800" strike="noStrike" u="none">
                <a:solidFill>
                  <a:srgbClr val="000000"/>
                </a:solidFill>
                <a:uFillTx/>
                <a:latin typeface="Arial"/>
              </a:rPr>
              <a:t>Total number of ad impressions that were eligible to be measured for viewability</a:t>
            </a:r>
            <a:endParaRPr b="0" lang="en-US" sz="28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PageViews</a:t>
            </a:r>
            <a:endParaRPr b="0" lang="en-US" sz="3200" strike="noStrike" u="none">
              <a:solidFill>
                <a:srgbClr val="000000"/>
              </a:solidFill>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uFillTx/>
                <a:latin typeface="Arial"/>
              </a:rPr>
              <a:t>Total number of times that a web page is viewed by users</a:t>
            </a:r>
            <a:endParaRPr b="0" lang="en-US" sz="28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2800" strike="noStrike" u="none">
                <a:solidFill>
                  <a:srgbClr val="000000"/>
                </a:solidFill>
                <a:uFillTx/>
                <a:latin typeface="Arial"/>
              </a:rPr>
              <a:t>EmailCapture</a:t>
            </a:r>
            <a:endParaRPr b="0" lang="en-US" sz="2800" strike="noStrike" u="none">
              <a:solidFill>
                <a:srgbClr val="000000"/>
              </a:solidFill>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uFillTx/>
                <a:latin typeface="Arial"/>
              </a:rPr>
              <a:t>Process of collecting email addresses from users or visitors on a website</a:t>
            </a:r>
            <a:endParaRPr b="0" lang="en-US" sz="2800" strike="noStrike" u="none">
              <a:solidFill>
                <a:srgbClr val="000000"/>
              </a:solidFill>
              <a:uFillTx/>
              <a:latin typeface="Arial"/>
            </a:endParaRPr>
          </a:p>
          <a:p>
            <a:pPr indent="0">
              <a:lnSpc>
                <a:spcPct val="100000"/>
              </a:lnSpc>
              <a:spcBef>
                <a:spcPts val="1417"/>
              </a:spcBef>
              <a:buNone/>
              <a:tabLst>
                <a:tab algn="l" pos="0"/>
              </a:tabLst>
            </a:pPr>
            <a:r>
              <a:rPr b="0" lang="en-US" sz="2800" strike="noStrike" u="none">
                <a:solidFill>
                  <a:srgbClr val="000000"/>
                </a:solidFill>
                <a:uFillTx/>
                <a:latin typeface="Arial"/>
              </a:rPr>
              <a:t> </a:t>
            </a:r>
            <a:endParaRPr b="0" lang="en-US" sz="2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Introduction</a:t>
            </a:r>
            <a:endParaRPr b="0" lang="en-US" sz="4400" strike="noStrike" u="none">
              <a:solidFill>
                <a:srgbClr val="000000"/>
              </a:solidFill>
              <a:uFillTx/>
              <a:latin typeface="Arial"/>
            </a:endParaRPr>
          </a:p>
        </p:txBody>
      </p:sp>
      <p:sp>
        <p:nvSpPr>
          <p:cNvPr id="69" name="PlaceHolder 2"/>
          <p:cNvSpPr>
            <a:spLocks noGrp="1"/>
          </p:cNvSpPr>
          <p:nvPr>
            <p:ph/>
          </p:nvPr>
        </p:nvSpPr>
        <p:spPr>
          <a:xfrm>
            <a:off x="540000" y="1440000"/>
            <a:ext cx="8998920" cy="4045680"/>
          </a:xfrm>
          <a:prstGeom prst="rect">
            <a:avLst/>
          </a:prstGeom>
          <a:noFill/>
          <a:ln w="0">
            <a:noFill/>
          </a:ln>
        </p:spPr>
        <p:txBody>
          <a:bodyPr lIns="0" rIns="0" tIns="0" bIns="0" anchor="t">
            <a:normAutofit fontScale="85000" lnSpcReduction="19999"/>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uFillTx/>
                <a:latin typeface="Arial"/>
              </a:rPr>
              <a:t>Transactions</a:t>
            </a:r>
            <a:endParaRPr b="0" lang="en-US" sz="18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uFillTx/>
                <a:latin typeface="Arial"/>
              </a:rPr>
              <a:t>Creative_Type</a:t>
            </a:r>
            <a:endParaRPr b="0" lang="en-US" sz="1800" strike="noStrike" u="none">
              <a:solidFill>
                <a:srgbClr val="000000"/>
              </a:solidFill>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uFillTx/>
                <a:latin typeface="Arial"/>
              </a:rPr>
              <a:t>Format or style of an ad’s creative content used in a campaign</a:t>
            </a:r>
            <a:endParaRPr b="0" lang="en-US" sz="18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uFillTx/>
                <a:latin typeface="Arial"/>
              </a:rPr>
              <a:t>Placement_CostModel</a:t>
            </a:r>
            <a:endParaRPr b="0" lang="en-US" sz="1800" strike="noStrike" u="none">
              <a:solidFill>
                <a:srgbClr val="000000"/>
              </a:solidFill>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uFillTx/>
                <a:latin typeface="Arial"/>
              </a:rPr>
              <a:t>Determines how advertisers are charged for the placement of their ads on specific platforms, websites, or apps</a:t>
            </a:r>
            <a:endParaRPr b="0" lang="en-US" sz="18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uFillTx/>
                <a:latin typeface="Arial"/>
              </a:rPr>
              <a:t>Placement_TargetingStrategy</a:t>
            </a:r>
            <a:endParaRPr b="0" lang="en-US" sz="1800" strike="noStrike" u="none">
              <a:solidFill>
                <a:srgbClr val="000000"/>
              </a:solidFill>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uFillTx/>
                <a:latin typeface="Arial"/>
              </a:rPr>
              <a:t>Determines where ads will be shown and to whom</a:t>
            </a:r>
            <a:endParaRPr b="0" lang="en-US" sz="18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uFillTx/>
                <a:latin typeface="Arial"/>
              </a:rPr>
              <a:t>AdSize</a:t>
            </a:r>
            <a:endParaRPr b="0" lang="en-US" sz="1800" strike="noStrike" u="none">
              <a:solidFill>
                <a:srgbClr val="000000"/>
              </a:solidFill>
              <a:uFillTx/>
              <a:latin typeface="Arial"/>
            </a:endParaRPr>
          </a:p>
          <a:p>
            <a:pPr indent="0">
              <a:lnSpc>
                <a:spcPct val="100000"/>
              </a:lnSpc>
              <a:spcBef>
                <a:spcPts val="1417"/>
              </a:spcBef>
              <a:buNone/>
              <a:tabLst>
                <a:tab algn="l" pos="0"/>
              </a:tabLst>
            </a:pPr>
            <a:endParaRPr b="0" lang="en-US" sz="1800" strike="noStrike" u="none">
              <a:solidFill>
                <a:srgbClr val="000000"/>
              </a:solidFill>
              <a:uFillTx/>
              <a:latin typeface="Arial"/>
            </a:endParaRPr>
          </a:p>
          <a:p>
            <a:pPr indent="0">
              <a:lnSpc>
                <a:spcPct val="100000"/>
              </a:lnSpc>
              <a:spcBef>
                <a:spcPts val="1417"/>
              </a:spcBef>
              <a:buNone/>
              <a:tabLst>
                <a:tab algn="l" pos="0"/>
              </a:tabLst>
            </a:pPr>
            <a:endParaRPr b="0" lang="en-US" sz="1800" strike="noStrike" u="none">
              <a:solidFill>
                <a:srgbClr val="000000"/>
              </a:solidFill>
              <a:uFillTx/>
              <a:latin typeface="Arial"/>
            </a:endParaRPr>
          </a:p>
          <a:p>
            <a:pPr indent="0">
              <a:lnSpc>
                <a:spcPct val="100000"/>
              </a:lnSpc>
              <a:spcBef>
                <a:spcPts val="1417"/>
              </a:spcBef>
              <a:buNone/>
              <a:tabLst>
                <a:tab algn="l" pos="0"/>
              </a:tabLst>
            </a:pPr>
            <a:endParaRPr b="0" lang="en-US" sz="1800" strike="noStrike" u="none">
              <a:solidFill>
                <a:srgbClr val="000000"/>
              </a:solidFill>
              <a:uFillTx/>
              <a:latin typeface="Arial"/>
            </a:endParaRPr>
          </a:p>
          <a:p>
            <a:pPr marL="864000" indent="0">
              <a:lnSpc>
                <a:spcPct val="100000"/>
              </a:lnSpc>
              <a:spcBef>
                <a:spcPts val="1134"/>
              </a:spcBef>
              <a:buNone/>
              <a:tabLst>
                <a:tab algn="l" pos="0"/>
              </a:tabLst>
            </a:pPr>
            <a:r>
              <a:rPr b="0" lang="en-US" sz="1800" strike="noStrike" u="none">
                <a:solidFill>
                  <a:srgbClr val="000000"/>
                </a:solidFill>
                <a:uFillTx/>
                <a:latin typeface="Arial"/>
              </a:rPr>
              <a:t> </a:t>
            </a:r>
            <a:endParaRPr b="0" lang="en-US" sz="1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Linear Regression</a:t>
            </a:r>
            <a:endParaRPr b="0" lang="en-US" sz="4400" strike="noStrike" u="none">
              <a:solidFill>
                <a:srgbClr val="000000"/>
              </a:solidFill>
              <a:uFillTx/>
              <a:latin typeface="Arial"/>
            </a:endParaRPr>
          </a:p>
        </p:txBody>
      </p:sp>
      <p:sp>
        <p:nvSpPr>
          <p:cNvPr id="71" name="PlaceHolder 2"/>
          <p:cNvSpPr>
            <a:spLocks noGrp="1"/>
          </p:cNvSpPr>
          <p:nvPr>
            <p:ph/>
          </p:nvPr>
        </p:nvSpPr>
        <p:spPr>
          <a:xfrm>
            <a:off x="540000" y="1440000"/>
            <a:ext cx="8998920" cy="3508920"/>
          </a:xfrm>
          <a:prstGeom prst="rect">
            <a:avLst/>
          </a:prstGeom>
          <a:noFill/>
          <a:ln w="0">
            <a:noFill/>
          </a:ln>
        </p:spPr>
        <p:txBody>
          <a:bodyPr lIns="0" rIns="0" tIns="0" bIns="0" anchor="t">
            <a:normAutofit fontScale="85000" lnSpcReduction="9999"/>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Fit a model between y and X</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Y = revenue</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X = [Media Cost, Impressions, Clicks, Click Rate, Active View: Viewable Impressions, Active View: Measurable Impressions, Active View: Eligible Impressions, PageViews, EmailCapture, Transactions, Creative_Type, Placement_CostModel, Placement_TargetingStrategy, AdSize]</a:t>
            </a:r>
            <a:endParaRPr b="0" lang="en-US" sz="3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Multicollinearity</a:t>
            </a:r>
            <a:endParaRPr b="0" lang="en-US" sz="4400" strike="noStrike" u="none">
              <a:solidFill>
                <a:srgbClr val="000000"/>
              </a:solidFill>
              <a:uFillTx/>
              <a:latin typeface="Arial"/>
            </a:endParaRPr>
          </a:p>
        </p:txBody>
      </p:sp>
      <p:pic>
        <p:nvPicPr>
          <p:cNvPr id="73" name="" descr=""/>
          <p:cNvPicPr/>
          <p:nvPr/>
        </p:nvPicPr>
        <p:blipFill>
          <a:blip r:embed="rId1"/>
          <a:srcRect l="0" t="11307" r="0" b="12100"/>
          <a:stretch/>
        </p:blipFill>
        <p:spPr>
          <a:xfrm>
            <a:off x="1828800" y="1143360"/>
            <a:ext cx="5669640" cy="43423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Principal Component Analysis</a:t>
            </a:r>
            <a:endParaRPr b="0" lang="en-US" sz="4400" strike="noStrike" u="none">
              <a:solidFill>
                <a:srgbClr val="000000"/>
              </a:solidFill>
              <a:uFillTx/>
              <a:latin typeface="Arial"/>
            </a:endParaRPr>
          </a:p>
        </p:txBody>
      </p:sp>
      <p:pic>
        <p:nvPicPr>
          <p:cNvPr id="75" name="" descr=""/>
          <p:cNvPicPr/>
          <p:nvPr/>
        </p:nvPicPr>
        <p:blipFill>
          <a:blip r:embed="rId1"/>
          <a:stretch/>
        </p:blipFill>
        <p:spPr>
          <a:xfrm>
            <a:off x="0" y="1143000"/>
            <a:ext cx="4526640" cy="4298400"/>
          </a:xfrm>
          <a:prstGeom prst="rect">
            <a:avLst/>
          </a:prstGeom>
          <a:noFill/>
          <a:ln w="0">
            <a:noFill/>
          </a:ln>
        </p:spPr>
      </p:pic>
      <p:pic>
        <p:nvPicPr>
          <p:cNvPr id="76" name="" descr=""/>
          <p:cNvPicPr/>
          <p:nvPr/>
        </p:nvPicPr>
        <p:blipFill>
          <a:blip r:embed="rId2"/>
          <a:stretch/>
        </p:blipFill>
        <p:spPr>
          <a:xfrm>
            <a:off x="5029200" y="1143360"/>
            <a:ext cx="4800600" cy="452736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Linear Regression</a:t>
            </a:r>
            <a:endParaRPr b="0" lang="en-US" sz="4400" strike="noStrike" u="none">
              <a:solidFill>
                <a:srgbClr val="000000"/>
              </a:solidFill>
              <a:uFillTx/>
              <a:latin typeface="Arial"/>
            </a:endParaRPr>
          </a:p>
        </p:txBody>
      </p:sp>
      <p:sp>
        <p:nvSpPr>
          <p:cNvPr id="78" name="PlaceHolder 2"/>
          <p:cNvSpPr>
            <a:spLocks noGrp="1"/>
          </p:cNvSpPr>
          <p:nvPr>
            <p:ph/>
          </p:nvPr>
        </p:nvSpPr>
        <p:spPr>
          <a:xfrm>
            <a:off x="540000" y="1440000"/>
            <a:ext cx="8998920" cy="3508920"/>
          </a:xfrm>
          <a:prstGeom prst="rect">
            <a:avLst/>
          </a:prstGeom>
          <a:noFill/>
          <a:ln w="0">
            <a:noFill/>
          </a:ln>
        </p:spPr>
        <p:txBody>
          <a:bodyPr lIns="0" rIns="0" tIns="0" bIns="0" anchor="t">
            <a:normAutofit lnSpcReduction="9999"/>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Fit a model between y and X</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y = Revenue</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X = [Clicks, Click Rate, PageViews, EmailCapture, Transactions, Creative_Type, Placement_CostModel, Placement_TargetingStrategy, AdSize, PC1, PC2]</a:t>
            </a:r>
            <a:endParaRPr b="0" lang="en-US" sz="3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Linear Regression</a:t>
            </a:r>
            <a:endParaRPr b="0" lang="en-US" sz="4400" strike="noStrike" u="none">
              <a:solidFill>
                <a:srgbClr val="000000"/>
              </a:solidFill>
              <a:uFillTx/>
              <a:latin typeface="Arial"/>
            </a:endParaRPr>
          </a:p>
        </p:txBody>
      </p:sp>
      <p:pic>
        <p:nvPicPr>
          <p:cNvPr id="80" name="" descr=""/>
          <p:cNvPicPr/>
          <p:nvPr/>
        </p:nvPicPr>
        <p:blipFill>
          <a:blip r:embed="rId1"/>
          <a:stretch/>
        </p:blipFill>
        <p:spPr>
          <a:xfrm>
            <a:off x="2516400" y="1143000"/>
            <a:ext cx="5670360" cy="452736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Linear Regression</a:t>
            </a:r>
            <a:endParaRPr b="0" lang="en-US" sz="4400" strike="noStrike" u="none">
              <a:solidFill>
                <a:srgbClr val="000000"/>
              </a:solidFill>
              <a:uFillTx/>
              <a:latin typeface="Arial"/>
            </a:endParaRPr>
          </a:p>
        </p:txBody>
      </p:sp>
      <p:sp>
        <p:nvSpPr>
          <p:cNvPr id="82" name="PlaceHolder 2"/>
          <p:cNvSpPr>
            <a:spLocks noGrp="1"/>
          </p:cNvSpPr>
          <p:nvPr>
            <p:ph/>
          </p:nvPr>
        </p:nvSpPr>
        <p:spPr>
          <a:xfrm>
            <a:off x="540000" y="1143000"/>
            <a:ext cx="9289080" cy="8452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2500" strike="noStrike" u="none">
                <a:solidFill>
                  <a:srgbClr val="000000"/>
                </a:solidFill>
                <a:uFillTx/>
                <a:latin typeface="Arial"/>
              </a:rPr>
              <a:t>Calculate Cook’s Distance, Leverage and Studentized Residuals to get rid of the influential points and outliers </a:t>
            </a:r>
            <a:endParaRPr b="0" lang="en-US" sz="2500" strike="noStrike" u="none">
              <a:solidFill>
                <a:srgbClr val="000000"/>
              </a:solidFill>
              <a:uFillTx/>
              <a:latin typeface="Arial"/>
            </a:endParaRPr>
          </a:p>
        </p:txBody>
      </p:sp>
      <p:pic>
        <p:nvPicPr>
          <p:cNvPr id="83" name="" descr=""/>
          <p:cNvPicPr/>
          <p:nvPr/>
        </p:nvPicPr>
        <p:blipFill>
          <a:blip r:embed="rId1"/>
          <a:stretch/>
        </p:blipFill>
        <p:spPr>
          <a:xfrm>
            <a:off x="1828800" y="1988280"/>
            <a:ext cx="5257800" cy="368208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Linear Regression</a:t>
            </a:r>
            <a:endParaRPr b="0" lang="en-US" sz="4400" strike="noStrike" u="none">
              <a:solidFill>
                <a:srgbClr val="000000"/>
              </a:solidFill>
              <a:uFillTx/>
              <a:latin typeface="Arial"/>
            </a:endParaRPr>
          </a:p>
        </p:txBody>
      </p:sp>
      <p:sp>
        <p:nvSpPr>
          <p:cNvPr id="85" name=""/>
          <p:cNvSpPr/>
          <p:nvPr/>
        </p:nvSpPr>
        <p:spPr>
          <a:xfrm>
            <a:off x="311400" y="1143000"/>
            <a:ext cx="9289080" cy="685080"/>
          </a:xfrm>
          <a:prstGeom prst="rect">
            <a:avLst/>
          </a:prstGeom>
          <a:noFill/>
          <a:ln w="0">
            <a:noFill/>
          </a:ln>
        </p:spPr>
        <p:style>
          <a:lnRef idx="0"/>
          <a:fillRef idx="0"/>
          <a:effectRef idx="0"/>
          <a:fontRef idx="minor"/>
        </p:style>
        <p:txBody>
          <a:bodyPr lIns="0" rIns="0" tIns="0" bIns="0" anchor="t">
            <a:normAutofit fontScale="92500" lnSpcReduction="9999"/>
          </a:bodyPr>
          <a:p>
            <a:pPr marL="432000" indent="-324000">
              <a:lnSpc>
                <a:spcPct val="100000"/>
              </a:lnSpc>
              <a:spcBef>
                <a:spcPts val="1417"/>
              </a:spcBef>
              <a:buClr>
                <a:srgbClr val="000000"/>
              </a:buClr>
              <a:buSzPct val="45000"/>
              <a:buFont typeface="Wingdings" charset="2"/>
              <a:buChar char=""/>
            </a:pPr>
            <a:r>
              <a:rPr b="0" lang="en-US" sz="2600" strike="noStrike" u="none">
                <a:solidFill>
                  <a:srgbClr val="000000"/>
                </a:solidFill>
                <a:uFillTx/>
                <a:latin typeface="Arial"/>
                <a:ea typeface="DejaVu Sans"/>
              </a:rPr>
              <a:t>Calculate Cook’s Distance, Leverage and Studentized Residuals again to get rid of the influential points and outliers </a:t>
            </a:r>
            <a:endParaRPr b="0" lang="en-US" sz="2600" strike="noStrike" u="none">
              <a:solidFill>
                <a:srgbClr val="000000"/>
              </a:solidFill>
              <a:uFillTx/>
              <a:latin typeface="Arial"/>
            </a:endParaRPr>
          </a:p>
        </p:txBody>
      </p:sp>
      <p:pic>
        <p:nvPicPr>
          <p:cNvPr id="86" name="" descr=""/>
          <p:cNvPicPr/>
          <p:nvPr/>
        </p:nvPicPr>
        <p:blipFill>
          <a:blip r:embed="rId1"/>
          <a:stretch/>
        </p:blipFill>
        <p:spPr>
          <a:xfrm>
            <a:off x="2057400" y="1828800"/>
            <a:ext cx="5670360" cy="384156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Linear Regression</a:t>
            </a:r>
            <a:endParaRPr b="0" lang="en-US" sz="4400" strike="noStrike" u="none">
              <a:solidFill>
                <a:srgbClr val="000000"/>
              </a:solidFill>
              <a:uFillTx/>
              <a:latin typeface="Arial"/>
            </a:endParaRPr>
          </a:p>
        </p:txBody>
      </p:sp>
      <p:sp>
        <p:nvSpPr>
          <p:cNvPr id="88" name="PlaceHolder 2"/>
          <p:cNvSpPr>
            <a:spLocks noGrp="1"/>
          </p:cNvSpPr>
          <p:nvPr>
            <p:ph/>
          </p:nvPr>
        </p:nvSpPr>
        <p:spPr>
          <a:xfrm>
            <a:off x="457200" y="1143000"/>
            <a:ext cx="8998920" cy="616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Fit a model between log(y) and X</a:t>
            </a:r>
            <a:endParaRPr b="0" lang="en-US" sz="3200" strike="noStrike" u="none">
              <a:solidFill>
                <a:srgbClr val="000000"/>
              </a:solidFill>
              <a:uFillTx/>
              <a:latin typeface="Arial"/>
            </a:endParaRPr>
          </a:p>
        </p:txBody>
      </p:sp>
      <p:pic>
        <p:nvPicPr>
          <p:cNvPr id="89" name="" descr=""/>
          <p:cNvPicPr/>
          <p:nvPr/>
        </p:nvPicPr>
        <p:blipFill>
          <a:blip r:embed="rId1"/>
          <a:stretch/>
        </p:blipFill>
        <p:spPr>
          <a:xfrm>
            <a:off x="2559240" y="1759680"/>
            <a:ext cx="5441760" cy="391068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Linear Regression</a:t>
            </a:r>
            <a:endParaRPr b="0" lang="en-US" sz="4400" strike="noStrike" u="none">
              <a:solidFill>
                <a:srgbClr val="000000"/>
              </a:solidFill>
              <a:uFillTx/>
              <a:latin typeface="Arial"/>
            </a:endParaRPr>
          </a:p>
        </p:txBody>
      </p:sp>
      <p:sp>
        <p:nvSpPr>
          <p:cNvPr id="91" name=""/>
          <p:cNvSpPr/>
          <p:nvPr/>
        </p:nvSpPr>
        <p:spPr>
          <a:xfrm>
            <a:off x="4429800" y="2532240"/>
            <a:ext cx="1269000" cy="63396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uFillTx/>
              <a:latin typeface="Arial"/>
              <a:ea typeface="DejaVu Sans"/>
            </a:endParaRPr>
          </a:p>
        </p:txBody>
      </p:sp>
      <p:sp>
        <p:nvSpPr>
          <p:cNvPr id="92" name=""/>
          <p:cNvSpPr/>
          <p:nvPr/>
        </p:nvSpPr>
        <p:spPr>
          <a:xfrm>
            <a:off x="4429800" y="2532240"/>
            <a:ext cx="1269000" cy="63396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uFillTx/>
              <a:latin typeface="Arial"/>
              <a:ea typeface="DejaVu Sans"/>
            </a:endParaRPr>
          </a:p>
        </p:txBody>
      </p:sp>
      <p:sp>
        <p:nvSpPr>
          <p:cNvPr id="93" name=""/>
          <p:cNvSpPr/>
          <p:nvPr/>
        </p:nvSpPr>
        <p:spPr>
          <a:xfrm>
            <a:off x="4429800" y="2532240"/>
            <a:ext cx="1269000" cy="633960"/>
          </a:xfrm>
          <a:prstGeom prst="rect">
            <a:avLst/>
          </a:prstGeom>
          <a:blipFill rotWithShape="0">
            <a:blip r:embed="rId3"/>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uFillTx/>
              <a:latin typeface="Arial"/>
              <a:ea typeface="DejaVu Sans"/>
            </a:endParaRPr>
          </a:p>
        </p:txBody>
      </p:sp>
      <p:sp>
        <p:nvSpPr>
          <p:cNvPr id="94" name=""/>
          <p:cNvSpPr/>
          <p:nvPr/>
        </p:nvSpPr>
        <p:spPr>
          <a:xfrm>
            <a:off x="457200" y="1113480"/>
            <a:ext cx="5127840" cy="48600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uFillTx/>
              <a:latin typeface="Arial"/>
              <a:ea typeface="DejaVu Sans"/>
            </a:endParaRPr>
          </a:p>
        </p:txBody>
      </p:sp>
      <p:sp>
        <p:nvSpPr>
          <p:cNvPr id="95" name=""/>
          <p:cNvSpPr/>
          <p:nvPr/>
        </p:nvSpPr>
        <p:spPr>
          <a:xfrm>
            <a:off x="4408560" y="2508840"/>
            <a:ext cx="1269000" cy="63396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uFillTx/>
              <a:latin typeface="Arial"/>
              <a:ea typeface="DejaVu Sans"/>
            </a:endParaRPr>
          </a:p>
        </p:txBody>
      </p:sp>
      <p:pic>
        <p:nvPicPr>
          <p:cNvPr id="96" name="" descr=""/>
          <p:cNvPicPr/>
          <p:nvPr/>
        </p:nvPicPr>
        <p:blipFill>
          <a:blip r:embed="rId6"/>
          <a:stretch/>
        </p:blipFill>
        <p:spPr>
          <a:xfrm>
            <a:off x="2286000" y="1600200"/>
            <a:ext cx="5486400" cy="388620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Linear Regression</a:t>
            </a:r>
            <a:endParaRPr b="0" lang="en-US" sz="4400" strike="noStrike" u="none">
              <a:solidFill>
                <a:srgbClr val="000000"/>
              </a:solidFill>
              <a:uFillTx/>
              <a:latin typeface="Arial"/>
            </a:endParaRPr>
          </a:p>
        </p:txBody>
      </p:sp>
      <p:sp>
        <p:nvSpPr>
          <p:cNvPr id="98" name="PlaceHolder 2"/>
          <p:cNvSpPr>
            <a:spLocks noGrp="1"/>
          </p:cNvSpPr>
          <p:nvPr>
            <p:ph/>
          </p:nvPr>
        </p:nvSpPr>
        <p:spPr>
          <a:xfrm>
            <a:off x="540000" y="1143000"/>
            <a:ext cx="8998920" cy="616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Fit a model between y</a:t>
            </a:r>
            <a:r>
              <a:rPr b="0" lang="en-US" sz="3200" strike="noStrike" u="none" baseline="33000">
                <a:solidFill>
                  <a:srgbClr val="000000"/>
                </a:solidFill>
                <a:uFillTx/>
                <a:latin typeface="Arial"/>
              </a:rPr>
              <a:t>2</a:t>
            </a:r>
            <a:r>
              <a:rPr b="0" lang="en-US" sz="3200" strike="noStrike" u="none">
                <a:solidFill>
                  <a:srgbClr val="000000"/>
                </a:solidFill>
                <a:uFillTx/>
                <a:latin typeface="Arial"/>
              </a:rPr>
              <a:t> and X</a:t>
            </a:r>
            <a:endParaRPr b="0" lang="en-US" sz="3200" strike="noStrike" u="none">
              <a:solidFill>
                <a:srgbClr val="000000"/>
              </a:solidFill>
              <a:uFillTx/>
              <a:latin typeface="Arial"/>
            </a:endParaRPr>
          </a:p>
        </p:txBody>
      </p:sp>
      <p:pic>
        <p:nvPicPr>
          <p:cNvPr id="99" name="" descr=""/>
          <p:cNvPicPr/>
          <p:nvPr/>
        </p:nvPicPr>
        <p:blipFill>
          <a:blip r:embed="rId1"/>
          <a:stretch/>
        </p:blipFill>
        <p:spPr>
          <a:xfrm>
            <a:off x="2330640" y="1759680"/>
            <a:ext cx="5441760" cy="391068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Linear Regression</a:t>
            </a:r>
            <a:endParaRPr b="0" lang="en-US" sz="4400" strike="noStrike" u="none">
              <a:solidFill>
                <a:srgbClr val="000000"/>
              </a:solidFill>
              <a:uFillTx/>
              <a:latin typeface="Arial"/>
            </a:endParaRPr>
          </a:p>
        </p:txBody>
      </p:sp>
      <p:sp>
        <p:nvSpPr>
          <p:cNvPr id="101" name=""/>
          <p:cNvSpPr/>
          <p:nvPr/>
        </p:nvSpPr>
        <p:spPr>
          <a:xfrm>
            <a:off x="540360" y="1143360"/>
            <a:ext cx="8998920" cy="61668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ea typeface="DejaVu Sans"/>
              </a:rPr>
              <a:t>Fit a model between y</a:t>
            </a:r>
            <a:r>
              <a:rPr b="0" lang="en-US" sz="3200" strike="noStrike" u="none" baseline="33000">
                <a:solidFill>
                  <a:srgbClr val="000000"/>
                </a:solidFill>
                <a:uFillTx/>
                <a:latin typeface="Arial"/>
                <a:ea typeface="DejaVu Sans"/>
              </a:rPr>
              <a:t>2</a:t>
            </a:r>
            <a:r>
              <a:rPr b="0" lang="en-US" sz="3200" strike="noStrike" u="none">
                <a:solidFill>
                  <a:srgbClr val="000000"/>
                </a:solidFill>
                <a:uFillTx/>
                <a:latin typeface="Arial"/>
                <a:ea typeface="DejaVu Sans"/>
              </a:rPr>
              <a:t> and X</a:t>
            </a:r>
            <a:r>
              <a:rPr b="0" lang="en-US" sz="3200" strike="noStrike" u="none" baseline="33000">
                <a:solidFill>
                  <a:srgbClr val="000000"/>
                </a:solidFill>
                <a:uFillTx/>
                <a:latin typeface="Arial"/>
                <a:ea typeface="DejaVu Sans"/>
              </a:rPr>
              <a:t>2</a:t>
            </a:r>
            <a:endParaRPr b="0" lang="en-US" sz="3200" strike="noStrike" u="none">
              <a:solidFill>
                <a:srgbClr val="000000"/>
              </a:solidFill>
              <a:uFillTx/>
              <a:latin typeface="Arial"/>
            </a:endParaRPr>
          </a:p>
        </p:txBody>
      </p:sp>
      <p:pic>
        <p:nvPicPr>
          <p:cNvPr id="102" name="" descr=""/>
          <p:cNvPicPr/>
          <p:nvPr/>
        </p:nvPicPr>
        <p:blipFill>
          <a:blip r:embed="rId1"/>
          <a:stretch/>
        </p:blipFill>
        <p:spPr>
          <a:xfrm>
            <a:off x="2322720" y="1752480"/>
            <a:ext cx="5449680" cy="391032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Random Forest</a:t>
            </a:r>
            <a:endParaRPr b="0" lang="en-US" sz="4400" strike="noStrike" u="none">
              <a:solidFill>
                <a:srgbClr val="000000"/>
              </a:solidFill>
              <a:uFillTx/>
              <a:latin typeface="Arial"/>
            </a:endParaRPr>
          </a:p>
        </p:txBody>
      </p:sp>
      <p:sp>
        <p:nvSpPr>
          <p:cNvPr id="104" name="PlaceHolder 2"/>
          <p:cNvSpPr>
            <a:spLocks noGrp="1"/>
          </p:cNvSpPr>
          <p:nvPr>
            <p:ph/>
          </p:nvPr>
        </p:nvSpPr>
        <p:spPr>
          <a:xfrm>
            <a:off x="540000" y="1143000"/>
            <a:ext cx="8998920" cy="4342680"/>
          </a:xfrm>
          <a:prstGeom prst="rect">
            <a:avLst/>
          </a:prstGeom>
          <a:noFill/>
          <a:ln w="0">
            <a:noFill/>
          </a:ln>
        </p:spPr>
        <p:txBody>
          <a:bodyPr lIns="0" rIns="0" tIns="0" bIns="0" anchor="t">
            <a:normAutofit fontScale="85000" lnSpcReduction="19999"/>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Fit a model between y and X</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Choose the optimal m</a:t>
            </a:r>
            <a:r>
              <a:rPr b="0" lang="en-US" sz="3200" strike="noStrike" u="none" baseline="-8000">
                <a:solidFill>
                  <a:srgbClr val="000000"/>
                </a:solidFill>
                <a:uFillTx/>
                <a:latin typeface="Arial"/>
              </a:rPr>
              <a:t>try</a:t>
            </a:r>
            <a:endParaRPr b="0" lang="en-US" sz="3200" strike="noStrike" u="none">
              <a:solidFill>
                <a:srgbClr val="000000"/>
              </a:solidFill>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uFillTx/>
                <a:latin typeface="Arial"/>
              </a:rPr>
              <a:t>Smaller m</a:t>
            </a:r>
            <a:r>
              <a:rPr b="0" lang="en-US" sz="2800" strike="noStrike" u="none" baseline="-8000">
                <a:solidFill>
                  <a:srgbClr val="000000"/>
                </a:solidFill>
                <a:uFillTx/>
                <a:latin typeface="Arial"/>
              </a:rPr>
              <a:t>try</a:t>
            </a:r>
            <a:r>
              <a:rPr b="0" lang="en-US" sz="2800" strike="noStrike" u="none">
                <a:solidFill>
                  <a:srgbClr val="000000"/>
                </a:solidFill>
                <a:uFillTx/>
                <a:latin typeface="Arial"/>
              </a:rPr>
              <a:t>:</a:t>
            </a:r>
            <a:endParaRPr b="0" lang="en-US" sz="2800" strike="noStrike" u="none">
              <a:solidFill>
                <a:srgbClr val="000000"/>
              </a:solidFill>
              <a:uFillTx/>
              <a:latin typeface="Arial"/>
            </a:endParaRPr>
          </a:p>
          <a:p>
            <a:pPr lvl="2" marL="1296000" indent="-288000">
              <a:lnSpc>
                <a:spcPct val="100000"/>
              </a:lnSpc>
              <a:spcBef>
                <a:spcPts val="850"/>
              </a:spcBef>
              <a:buClr>
                <a:srgbClr val="000000"/>
              </a:buClr>
              <a:buSzPct val="45000"/>
              <a:buFont typeface="Wingdings" charset="2"/>
              <a:buChar char=""/>
            </a:pPr>
            <a:r>
              <a:rPr b="0" lang="en-US" sz="2400" strike="noStrike" u="none">
                <a:solidFill>
                  <a:srgbClr val="000000"/>
                </a:solidFill>
                <a:uFillTx/>
                <a:latin typeface="Arial"/>
              </a:rPr>
              <a:t>Increases diversity between trees, reducing the risk of overfitting but might slightly decrease accuracy</a:t>
            </a:r>
            <a:endParaRPr b="0" lang="en-US" sz="2400" strike="noStrike" u="none">
              <a:solidFill>
                <a:srgbClr val="000000"/>
              </a:solidFill>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uFillTx/>
                <a:latin typeface="Arial"/>
              </a:rPr>
              <a:t>Larger m</a:t>
            </a:r>
            <a:r>
              <a:rPr b="0" lang="en-US" sz="2800" strike="noStrike" u="none" baseline="-8000">
                <a:solidFill>
                  <a:srgbClr val="000000"/>
                </a:solidFill>
                <a:uFillTx/>
                <a:latin typeface="Arial"/>
              </a:rPr>
              <a:t>try</a:t>
            </a:r>
            <a:r>
              <a:rPr b="0" lang="en-US" sz="2800" strike="noStrike" u="none">
                <a:solidFill>
                  <a:srgbClr val="000000"/>
                </a:solidFill>
                <a:uFillTx/>
                <a:latin typeface="Arial"/>
              </a:rPr>
              <a:t>:</a:t>
            </a:r>
            <a:endParaRPr b="0" lang="en-US" sz="2800" strike="noStrike" u="none">
              <a:solidFill>
                <a:srgbClr val="000000"/>
              </a:solidFill>
              <a:uFillTx/>
              <a:latin typeface="Arial"/>
            </a:endParaRPr>
          </a:p>
          <a:p>
            <a:pPr lvl="2" marL="1296000" indent="-288000">
              <a:lnSpc>
                <a:spcPct val="100000"/>
              </a:lnSpc>
              <a:spcBef>
                <a:spcPts val="850"/>
              </a:spcBef>
              <a:buClr>
                <a:srgbClr val="000000"/>
              </a:buClr>
              <a:buSzPct val="45000"/>
              <a:buFont typeface="Wingdings" charset="2"/>
              <a:buChar char=""/>
            </a:pPr>
            <a:r>
              <a:rPr b="0" lang="en-US" sz="2400" strike="noStrike" u="none">
                <a:solidFill>
                  <a:srgbClr val="000000"/>
                </a:solidFill>
                <a:uFillTx/>
                <a:latin typeface="Arial"/>
              </a:rPr>
              <a:t>Leads to the most predictive variables chosen at each split, which can improve accuracy but lead to overfitting</a:t>
            </a:r>
            <a:endParaRPr b="0" lang="en-US" sz="24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Choose the optimal ntree</a:t>
            </a:r>
            <a:endParaRPr b="0" lang="en-US" sz="3200" strike="noStrike" u="none">
              <a:solidFill>
                <a:srgbClr val="000000"/>
              </a:solidFill>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uFillTx/>
                <a:latin typeface="Arial"/>
              </a:rPr>
              <a:t>Larger ntree</a:t>
            </a:r>
            <a:endParaRPr b="0" lang="en-US" sz="2800" strike="noStrike" u="none">
              <a:solidFill>
                <a:srgbClr val="000000"/>
              </a:solidFill>
              <a:uFillTx/>
              <a:latin typeface="Arial"/>
            </a:endParaRPr>
          </a:p>
          <a:p>
            <a:pPr lvl="2" marL="1296000" indent="-288000">
              <a:lnSpc>
                <a:spcPct val="100000"/>
              </a:lnSpc>
              <a:spcBef>
                <a:spcPts val="850"/>
              </a:spcBef>
              <a:buClr>
                <a:srgbClr val="000000"/>
              </a:buClr>
              <a:buSzPct val="45000"/>
              <a:buFont typeface="Wingdings" charset="2"/>
              <a:buChar char=""/>
            </a:pPr>
            <a:r>
              <a:rPr b="0" lang="en-US" sz="2400" strike="noStrike" u="none">
                <a:solidFill>
                  <a:srgbClr val="000000"/>
                </a:solidFill>
                <a:uFillTx/>
                <a:latin typeface="Arial"/>
              </a:rPr>
              <a:t>Reduces variance in the model’s predictions and increases stability/accuracy up to a certain point</a:t>
            </a:r>
            <a:endParaRPr b="0" lang="en-US" sz="2400" strike="noStrike" u="none">
              <a:solidFill>
                <a:srgbClr val="000000"/>
              </a:solidFill>
              <a:uFillTx/>
              <a:latin typeface="Arial"/>
            </a:endParaRPr>
          </a:p>
          <a:p>
            <a:pPr marL="864000" indent="0">
              <a:lnSpc>
                <a:spcPct val="100000"/>
              </a:lnSpc>
              <a:spcBef>
                <a:spcPts val="1134"/>
              </a:spcBef>
              <a:buNone/>
              <a:tabLst>
                <a:tab algn="l" pos="0"/>
              </a:tabLst>
            </a:pPr>
            <a:endParaRPr b="0" lang="en-US" sz="2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Random Forest</a:t>
            </a:r>
            <a:endParaRPr b="0" lang="en-US" sz="4400" strike="noStrike" u="none">
              <a:solidFill>
                <a:srgbClr val="000000"/>
              </a:solidFill>
              <a:uFillTx/>
              <a:latin typeface="Arial"/>
            </a:endParaRPr>
          </a:p>
        </p:txBody>
      </p:sp>
      <p:sp>
        <p:nvSpPr>
          <p:cNvPr id="106" name=""/>
          <p:cNvSpPr/>
          <p:nvPr/>
        </p:nvSpPr>
        <p:spPr>
          <a:xfrm>
            <a:off x="5944320" y="3886200"/>
            <a:ext cx="3656880" cy="45720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pPr algn="ctr">
              <a:lnSpc>
                <a:spcPct val="100000"/>
              </a:lnSpc>
            </a:pPr>
            <a:r>
              <a:rPr b="0" lang="en-US" sz="1800" strike="noStrike" u="none">
                <a:solidFill>
                  <a:srgbClr val="000000"/>
                </a:solidFill>
                <a:uFillTx/>
                <a:latin typeface="Arial"/>
                <a:ea typeface="DejaVu Sans"/>
              </a:rPr>
              <a:t>Median(%IncMSE) = 14.4614</a:t>
            </a:r>
            <a:endParaRPr b="0" lang="en-US" sz="1800" strike="noStrike" u="none">
              <a:solidFill>
                <a:srgbClr val="000000"/>
              </a:solidFill>
              <a:uFillTx/>
              <a:latin typeface="Arial"/>
            </a:endParaRPr>
          </a:p>
        </p:txBody>
      </p:sp>
      <p:sp>
        <p:nvSpPr>
          <p:cNvPr id="107" name=""/>
          <p:cNvSpPr txBox="1"/>
          <p:nvPr/>
        </p:nvSpPr>
        <p:spPr>
          <a:xfrm>
            <a:off x="5715000" y="1828800"/>
            <a:ext cx="4279680" cy="1810080"/>
          </a:xfrm>
          <a:prstGeom prst="rect">
            <a:avLst/>
          </a:prstGeom>
          <a:noFill/>
          <a:ln w="0">
            <a:noFill/>
          </a:ln>
        </p:spPr>
        <p:txBody>
          <a:bodyPr lIns="90000" rIns="90000" tIns="45000" bIns="45000" anchor="t">
            <a:noAutofit/>
          </a:bodyPr>
          <a:p>
            <a:r>
              <a:rPr b="0" lang="en-US" sz="1000" strike="noStrike" u="none">
                <a:solidFill>
                  <a:srgbClr val="000000"/>
                </a:solidFill>
                <a:uFillTx/>
                <a:latin typeface="Liberation Mono;Cumberland AMT;Courier New;DejaVu Sans Mono;Lucida Sans Typewriter"/>
              </a:rPr>
              <a:t>                                </a:t>
            </a:r>
            <a:r>
              <a:rPr b="0" lang="en-US" sz="1000" strike="noStrike" u="none">
                <a:solidFill>
                  <a:srgbClr val="000000"/>
                </a:solidFill>
                <a:uFillTx/>
                <a:latin typeface="Liberation Mono;Cumberland AMT;Courier New;DejaVu Sans Mono;Lucida Sans Typewriter"/>
              </a:rPr>
              <a:t>%IncMSE IncNodePurity</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Clicks                        1.4974038      26242.37</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Click.Rate                    1.5942568      35987.78</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PageViews                    23.5893222     462381.52</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EmailCapture                  0.6704977      93748.71</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Transactions                164.5249096    6066479.48</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PC1                          16.4678314     128803.84</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PC2                          17.4955524     146740.68</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Creative_Type                 2.4502916      16140.23</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Placement_CostModel          16.5181586      18709.91</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Placement_TargetingStrategy  14.4613878      40970.11</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AdSize                        6.4966858      70019.64 </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p:txBody>
      </p:sp>
      <p:pic>
        <p:nvPicPr>
          <p:cNvPr id="108" name="" descr=""/>
          <p:cNvPicPr/>
          <p:nvPr/>
        </p:nvPicPr>
        <p:blipFill>
          <a:blip r:embed="rId1"/>
          <a:stretch/>
        </p:blipFill>
        <p:spPr>
          <a:xfrm>
            <a:off x="228600" y="1143000"/>
            <a:ext cx="5441760" cy="434340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Random Forest</a:t>
            </a:r>
            <a:endParaRPr b="0" lang="en-US" sz="4400" strike="noStrike" u="none">
              <a:solidFill>
                <a:srgbClr val="000000"/>
              </a:solidFill>
              <a:uFillTx/>
              <a:latin typeface="Arial"/>
            </a:endParaRPr>
          </a:p>
        </p:txBody>
      </p:sp>
      <p:sp>
        <p:nvSpPr>
          <p:cNvPr id="110" name="PlaceHolder 2"/>
          <p:cNvSpPr>
            <a:spLocks noGrp="1"/>
          </p:cNvSpPr>
          <p:nvPr>
            <p:ph/>
          </p:nvPr>
        </p:nvSpPr>
        <p:spPr>
          <a:xfrm>
            <a:off x="540000" y="1440000"/>
            <a:ext cx="8998920" cy="3508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Fit a model between y and X</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y = Revenue</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X = [PageViews, Transactions, PC1, PC2 Placement_CostModel]</a:t>
            </a:r>
            <a:endParaRPr b="0" lang="en-US" sz="3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Random Forest</a:t>
            </a:r>
            <a:endParaRPr b="0" lang="en-US" sz="4400" strike="noStrike" u="none">
              <a:solidFill>
                <a:srgbClr val="000000"/>
              </a:solidFill>
              <a:uFillTx/>
              <a:latin typeface="Arial"/>
            </a:endParaRPr>
          </a:p>
        </p:txBody>
      </p:sp>
      <mc:AlternateContent>
        <mc:Choice xmlns:a14="http://schemas.microsoft.com/office/drawing/2010/main" Requires="a14">
          <p:sp>
            <p:nvSpPr>
              <p:cNvPr id="112" name=""/>
              <p:cNvSpPr txBox="1"/>
              <p:nvPr/>
            </p:nvSpPr>
            <p:spPr>
              <a:xfrm>
                <a:off x="4398480" y="2516760"/>
                <a:ext cx="1269720" cy="634680"/>
              </a:xfrm>
              <a:prstGeom prst="rect">
                <a:avLst/>
              </a:prstGeom>
            </p:spPr>
            <p:txBody>
              <a:bodyPr/>
              <a:p>
                <a14:m>
                  <m:oMath xmlns:m="http://schemas.openxmlformats.org/officeDocument/2006/math"/>
                </a14:m>
              </a:p>
            </p:txBody>
          </p:sp>
        </mc:Choice>
        <mc:Fallback>
          <p:sp>
            <p:nvSpPr>
              <p:cNvPr id="112" name=""/>
              <p:cNvSpPr txBox="1"/>
              <p:nvPr/>
            </p:nvSpPr>
            <p:spPr>
              <a:xfrm>
                <a:off x="4398480" y="2516760"/>
                <a:ext cx="1269720" cy="634680"/>
              </a:xfrm>
              <a:prstGeom prst="rect">
                <a:avLst/>
              </a:prstGeom>
              <a:blipFill>
                <a:blip r:embed="rId1"/>
                <a:stretch>
                  <a:fillRect/>
                </a:stretch>
              </a:blipFill>
            </p:spPr>
          </p:sp>
        </mc:Fallback>
      </mc:AlternateContent>
      <mc:AlternateContent>
        <mc:Choice xmlns:a14="http://schemas.microsoft.com/office/drawing/2010/main" Requires="a14">
          <p:sp>
            <p:nvSpPr>
              <p:cNvPr id="113" name=""/>
              <p:cNvSpPr txBox="1"/>
              <p:nvPr/>
            </p:nvSpPr>
            <p:spPr>
              <a:xfrm>
                <a:off x="234000" y="1281240"/>
                <a:ext cx="4745160" cy="675360"/>
              </a:xfrm>
              <a:prstGeom prst="rect">
                <a:avLst/>
              </a:prstGeom>
            </p:spPr>
            <p:txBody>
              <a:bodyPr/>
              <a:p>
                <a14:m>
                  <m:oMath xmlns:m="http://schemas.openxmlformats.org/officeDocument/2006/math">
                    <m:r>
                      <m:t xml:space="preserve">−</m:t>
                    </m:r>
                    <m:r>
                      <m:t xml:space="preserve">RMSE</m:t>
                    </m:r>
                    <m:r>
                      <m:t xml:space="preserve">=</m:t>
                    </m:r>
                    <m:rad>
                      <m:radPr>
                        <m:degHide m:val="1"/>
                      </m:radPr>
                      <m:deg/>
                      <m:e>
                        <m:nary>
                          <m:naryPr>
                            <m:chr m:val="∑"/>
                            <m:subHide m:val="1"/>
                            <m:supHide m:val="1"/>
                          </m:naryPr>
                          <m:sub/>
                          <m:sup/>
                          <m:e>
                            <m:sSup>
                              <m:e>
                                <m:d>
                                  <m:dPr>
                                    <m:begChr m:val="("/>
                                    <m:endChr m:val=")"/>
                                  </m:dPr>
                                  <m:e>
                                    <m:sSub>
                                      <m:e>
                                        <m:r>
                                          <m:t xml:space="preserve">y</m:t>
                                        </m:r>
                                      </m:e>
                                      <m:sub>
                                        <m:r>
                                          <m:t xml:space="preserve">i</m:t>
                                        </m:r>
                                      </m:sub>
                                    </m:sSub>
                                    <m:r>
                                      <m:t xml:space="preserve">−</m:t>
                                    </m:r>
                                    <m:acc>
                                      <m:accPr>
                                        <m:chr m:val="^"/>
                                      </m:accPr>
                                      <m:e>
                                        <m:sSub>
                                          <m:e>
                                            <m:r>
                                              <m:t xml:space="preserve">y</m:t>
                                            </m:r>
                                          </m:e>
                                          <m:sub>
                                            <m:r>
                                              <m:t xml:space="preserve">i</m:t>
                                            </m:r>
                                          </m:sub>
                                        </m:sSub>
                                      </m:e>
                                    </m:acc>
                                  </m:e>
                                </m:d>
                              </m:e>
                              <m:sup>
                                <m:r>
                                  <m:t xml:space="preserve">2</m:t>
                                </m:r>
                              </m:sup>
                            </m:sSup>
                          </m:e>
                        </m:nary>
                      </m:e>
                    </m:rad>
                    <m:r>
                      <m:t xml:space="preserve">=</m:t>
                    </m:r>
                    <m:r>
                      <m:t xml:space="preserve">4.1094</m:t>
                    </m:r>
                  </m:oMath>
                </a14:m>
              </a:p>
            </p:txBody>
          </p:sp>
        </mc:Choice>
        <mc:Fallback>
          <p:sp>
            <p:nvSpPr>
              <p:cNvPr id="113" name=""/>
              <p:cNvSpPr txBox="1"/>
              <p:nvPr/>
            </p:nvSpPr>
            <p:spPr>
              <a:xfrm>
                <a:off x="234000" y="1281240"/>
                <a:ext cx="4745160" cy="675360"/>
              </a:xfrm>
              <a:prstGeom prst="rect">
                <a:avLst/>
              </a:prstGeom>
              <a:blipFill>
                <a:blip r:embed="rId2"/>
                <a:stretch>
                  <a:fillRect/>
                </a:stretch>
              </a:blipFill>
            </p:spPr>
          </p:sp>
        </mc:Fallback>
      </mc:AlternateContent>
      <mc:AlternateContent>
        <mc:Choice xmlns:a14="http://schemas.microsoft.com/office/drawing/2010/main" Requires="a14">
          <p:sp>
            <p:nvSpPr>
              <p:cNvPr id="114" name=""/>
              <p:cNvSpPr txBox="1"/>
              <p:nvPr/>
            </p:nvSpPr>
            <p:spPr>
              <a:xfrm>
                <a:off x="182520" y="2141640"/>
                <a:ext cx="6318360" cy="1287360"/>
              </a:xfrm>
              <a:prstGeom prst="rect">
                <a:avLst/>
              </a:prstGeom>
            </p:spPr>
            <p:txBody>
              <a:bodyPr/>
              <a:p>
                <a14:m>
                  <m:oMath xmlns:m="http://schemas.openxmlformats.org/officeDocument/2006/math">
                    <m:r>
                      <m:t xml:space="preserve">−</m:t>
                    </m:r>
                    <m:sSup>
                      <m:e>
                        <m:r>
                          <m:t xml:space="preserve">R</m:t>
                        </m:r>
                      </m:e>
                      <m:sup>
                        <m:r>
                          <m:t xml:space="preserve">2</m:t>
                        </m:r>
                      </m:sup>
                    </m:sSup>
                    <m:r>
                      <m:t xml:space="preserve">=</m:t>
                    </m:r>
                    <m:r>
                      <m:t xml:space="preserve">1</m:t>
                    </m:r>
                    <m:r>
                      <m:t xml:space="preserve">−</m:t>
                    </m:r>
                    <m:nary>
                      <m:naryPr>
                        <m:chr m:val="∑"/>
                        <m:subHide m:val="1"/>
                        <m:supHide m:val="1"/>
                      </m:naryPr>
                      <m:sub/>
                      <m:sup/>
                      <m:e>
                        <m:sSup>
                          <m:e>
                            <m:d>
                              <m:dPr>
                                <m:begChr m:val="("/>
                                <m:endChr m:val=")"/>
                              </m:dPr>
                              <m:e>
                                <m:sSub>
                                  <m:e>
                                    <m:r>
                                      <m:t xml:space="preserve">y</m:t>
                                    </m:r>
                                  </m:e>
                                  <m:sub>
                                    <m:r>
                                      <m:t xml:space="preserve">i</m:t>
                                    </m:r>
                                  </m:sub>
                                </m:sSub>
                                <m:r>
                                  <m:t xml:space="preserve">−</m:t>
                                </m:r>
                                <m:acc>
                                  <m:accPr>
                                    <m:chr m:val="^"/>
                                  </m:accPr>
                                  <m:e>
                                    <m:sSub>
                                      <m:e>
                                        <m:r>
                                          <m:t xml:space="preserve">y</m:t>
                                        </m:r>
                                      </m:e>
                                      <m:sub>
                                        <m:r>
                                          <m:t xml:space="preserve">i</m:t>
                                        </m:r>
                                      </m:sub>
                                    </m:sSub>
                                  </m:e>
                                </m:acc>
                              </m:e>
                            </m:d>
                          </m:e>
                          <m:sup>
                            <m:r>
                              <m:t xml:space="preserve">2</m:t>
                            </m:r>
                          </m:sup>
                        </m:sSup>
                      </m:e>
                    </m:nary>
                    <m:nary>
                      <m:naryPr>
                        <m:chr m:val="∑"/>
                        <m:subHide m:val="1"/>
                        <m:supHide m:val="1"/>
                      </m:naryPr>
                      <m:sub/>
                      <m:sup/>
                      <m:e>
                        <m:sSup>
                          <m:e>
                            <m:d>
                              <m:dPr>
                                <m:begChr m:val="("/>
                                <m:endChr m:val=")"/>
                              </m:dPr>
                              <m:e>
                                <m:sSub>
                                  <m:e>
                                    <m:r>
                                      <m:t xml:space="preserve">y</m:t>
                                    </m:r>
                                  </m:e>
                                  <m:sub>
                                    <m:r>
                                      <m:t xml:space="preserve">i</m:t>
                                    </m:r>
                                  </m:sub>
                                </m:sSub>
                                <m:r>
                                  <m:t xml:space="preserve">−</m:t>
                                </m:r>
                                <m:acc>
                                  <m:accPr>
                                    <m:chr m:val="¯"/>
                                  </m:accPr>
                                  <m:e>
                                    <m:r>
                                      <m:t xml:space="preserve">y</m:t>
                                    </m:r>
                                  </m:e>
                                </m:acc>
                              </m:e>
                            </m:d>
                          </m:e>
                          <m:sup>
                            <m:r>
                              <m:t xml:space="preserve">2</m:t>
                            </m:r>
                          </m:sup>
                        </m:sSup>
                      </m:e>
                    </m:nary>
                    <m:r>
                      <m:t xml:space="preserve">=</m:t>
                    </m:r>
                    <m:r>
                      <m:t xml:space="preserve">0.8876</m:t>
                    </m:r>
                  </m:oMath>
                </a14:m>
              </a:p>
            </p:txBody>
          </p:sp>
        </mc:Choice>
        <mc:Fallback>
          <p:sp>
            <p:nvSpPr>
              <p:cNvPr id="114" name=""/>
              <p:cNvSpPr txBox="1"/>
              <p:nvPr/>
            </p:nvSpPr>
            <p:spPr>
              <a:xfrm>
                <a:off x="182520" y="2141640"/>
                <a:ext cx="6318360" cy="1287360"/>
              </a:xfrm>
              <a:prstGeom prst="rect">
                <a:avLst/>
              </a:prstGeom>
              <a:blipFill>
                <a:blip r:embed="rId3"/>
                <a:stretch>
                  <a:fillRect/>
                </a:stretch>
              </a:blipFill>
            </p:spPr>
          </p:sp>
        </mc:Fallback>
      </mc:AlternateContent>
      <mc:AlternateContent>
        <mc:Choice xmlns:a14="http://schemas.microsoft.com/office/drawing/2010/main" Requires="a14">
          <p:sp>
            <p:nvSpPr>
              <p:cNvPr id="115" name=""/>
              <p:cNvSpPr txBox="1"/>
              <p:nvPr/>
            </p:nvSpPr>
            <p:spPr>
              <a:xfrm>
                <a:off x="182520" y="3429000"/>
                <a:ext cx="4821120" cy="624600"/>
              </a:xfrm>
              <a:prstGeom prst="rect">
                <a:avLst/>
              </a:prstGeom>
            </p:spPr>
            <p:txBody>
              <a:bodyPr/>
              <a:p>
                <a14:m>
                  <m:oMath xmlns:m="http://schemas.openxmlformats.org/officeDocument/2006/math">
                    <m:r>
                      <m:t xml:space="preserve">−</m:t>
                    </m:r>
                    <m:r>
                      <m:t xml:space="preserve">MAE</m:t>
                    </m:r>
                    <m:r>
                      <m:t xml:space="preserve">=</m:t>
                    </m:r>
                    <m:d>
                      <m:dPr>
                        <m:begChr m:val="("/>
                        <m:endChr m:val=")"/>
                      </m:dPr>
                      <m:e>
                        <m:f>
                          <m:fPr>
                            <m:type m:val="lin"/>
                          </m:fPr>
                          <m:num>
                            <m:r>
                              <m:t xml:space="preserve">1</m:t>
                            </m:r>
                          </m:num>
                          <m:den>
                            <m:r>
                              <m:t xml:space="preserve">n</m:t>
                            </m:r>
                          </m:den>
                        </m:f>
                      </m:e>
                    </m:d>
                    <m:nary>
                      <m:naryPr>
                        <m:chr m:val="∑"/>
                        <m:subHide m:val="1"/>
                        <m:supHide m:val="1"/>
                      </m:naryPr>
                      <m:sub/>
                      <m:sup/>
                      <m:e>
                        <m:d>
                          <m:dPr>
                            <m:begChr m:val="|"/>
                            <m:endChr m:val="|"/>
                          </m:dPr>
                          <m:e>
                            <m:sSub>
                              <m:e>
                                <m:r>
                                  <m:t xml:space="preserve">y</m:t>
                                </m:r>
                              </m:e>
                              <m:sub>
                                <m:r>
                                  <m:t xml:space="preserve">i</m:t>
                                </m:r>
                              </m:sub>
                            </m:sSub>
                            <m:r>
                              <m:t xml:space="preserve">−</m:t>
                            </m:r>
                            <m:acc>
                              <m:accPr>
                                <m:chr m:val="¯"/>
                              </m:accPr>
                              <m:e>
                                <m:r>
                                  <m:t xml:space="preserve">y</m:t>
                                </m:r>
                              </m:e>
                            </m:acc>
                          </m:e>
                        </m:d>
                      </m:e>
                    </m:nary>
                    <m:r>
                      <m:t xml:space="preserve">=</m:t>
                    </m:r>
                    <m:r>
                      <m:t xml:space="preserve">0.4868</m:t>
                    </m:r>
                  </m:oMath>
                </a14:m>
              </a:p>
            </p:txBody>
          </p:sp>
        </mc:Choice>
        <mc:Fallback>
          <p:sp>
            <p:nvSpPr>
              <p:cNvPr id="115" name=""/>
              <p:cNvSpPr txBox="1"/>
              <p:nvPr/>
            </p:nvSpPr>
            <p:spPr>
              <a:xfrm>
                <a:off x="182520" y="3429000"/>
                <a:ext cx="4821120" cy="624600"/>
              </a:xfrm>
              <a:prstGeom prst="rect">
                <a:avLst/>
              </a:prstGeom>
              <a:blipFill>
                <a:blip r:embed="rId4"/>
                <a:stretch>
                  <a:fillRect/>
                </a:stretch>
              </a:blipFill>
            </p:spPr>
          </p:sp>
        </mc:Fallback>
      </mc:AlternateContent>
      <mc:AlternateContent>
        <mc:Choice xmlns:a14="http://schemas.microsoft.com/office/drawing/2010/main" Requires="a14">
          <p:sp>
            <p:nvSpPr>
              <p:cNvPr id="116" name=""/>
              <p:cNvSpPr txBox="1"/>
              <p:nvPr/>
            </p:nvSpPr>
            <p:spPr>
              <a:xfrm>
                <a:off x="228600" y="4137480"/>
                <a:ext cx="2480040" cy="366120"/>
              </a:xfrm>
              <a:prstGeom prst="rect">
                <a:avLst/>
              </a:prstGeom>
            </p:spPr>
            <p:txBody>
              <a:bodyPr/>
              <a:p>
                <a14:m>
                  <m:oMath xmlns:m="http://schemas.openxmlformats.org/officeDocument/2006/math">
                    <m:r>
                      <m:t xml:space="preserve">−</m:t>
                    </m:r>
                    <m:r>
                      <m:t xml:space="preserve">0.20</m:t>
                    </m:r>
                    <m:r>
                      <m:t xml:space="preserve">∗</m:t>
                    </m:r>
                    <m:acc>
                      <m:accPr>
                        <m:chr m:val="¯"/>
                      </m:accPr>
                      <m:e>
                        <m:r>
                          <m:t xml:space="preserve">y</m:t>
                        </m:r>
                      </m:e>
                    </m:acc>
                    <m:r>
                      <m:t xml:space="preserve">=</m:t>
                    </m:r>
                    <m:r>
                      <m:t xml:space="preserve">0.3485</m:t>
                    </m:r>
                  </m:oMath>
                </a14:m>
              </a:p>
            </p:txBody>
          </p:sp>
        </mc:Choice>
        <mc:Fallback>
          <p:sp>
            <p:nvSpPr>
              <p:cNvPr id="116" name=""/>
              <p:cNvSpPr txBox="1"/>
              <p:nvPr/>
            </p:nvSpPr>
            <p:spPr>
              <a:xfrm>
                <a:off x="228600" y="4137480"/>
                <a:ext cx="2480040" cy="366120"/>
              </a:xfrm>
              <a:prstGeom prst="rect">
                <a:avLst/>
              </a:prstGeom>
              <a:blipFill>
                <a:blip r:embed="rId5"/>
                <a:stretch>
                  <a:fillRect/>
                </a:stretch>
              </a:blipFill>
            </p:spPr>
          </p:sp>
        </mc:Fallback>
      </mc:AlternateContent>
      <mc:AlternateContent>
        <mc:Choice xmlns:a14="http://schemas.microsoft.com/office/drawing/2010/main" Requires="a14">
          <p:sp>
            <p:nvSpPr>
              <p:cNvPr id="117" name=""/>
              <p:cNvSpPr txBox="1"/>
              <p:nvPr/>
            </p:nvSpPr>
            <p:spPr>
              <a:xfrm>
                <a:off x="259920" y="4631760"/>
                <a:ext cx="3369600" cy="397800"/>
              </a:xfrm>
              <a:prstGeom prst="rect">
                <a:avLst/>
              </a:prstGeom>
            </p:spPr>
            <p:txBody>
              <a:bodyPr/>
              <a:p>
                <a14:m>
                  <m:oMath xmlns:m="http://schemas.openxmlformats.org/officeDocument/2006/math">
                    <m:r>
                      <m:t xml:space="preserve">−</m:t>
                    </m:r>
                    <m:r>
                      <m:t xml:space="preserve">0.20</m:t>
                    </m:r>
                    <m:r>
                      <m:t xml:space="preserve">∗</m:t>
                    </m:r>
                    <m:r>
                      <m:t xml:space="preserve">range</m:t>
                    </m:r>
                    <m:d>
                      <m:dPr>
                        <m:begChr m:val="("/>
                        <m:endChr m:val=")"/>
                      </m:dPr>
                      <m:e>
                        <m:r>
                          <m:t xml:space="preserve">y</m:t>
                        </m:r>
                      </m:e>
                    </m:d>
                    <m:r>
                      <m:t xml:space="preserve">=</m:t>
                    </m:r>
                    <m:r>
                      <m:t xml:space="preserve">49.73</m:t>
                    </m:r>
                  </m:oMath>
                </a14:m>
              </a:p>
            </p:txBody>
          </p:sp>
        </mc:Choice>
        <mc:Fallback>
          <p:sp>
            <p:nvSpPr>
              <p:cNvPr id="117" name=""/>
              <p:cNvSpPr txBox="1"/>
              <p:nvPr/>
            </p:nvSpPr>
            <p:spPr>
              <a:xfrm>
                <a:off x="259920" y="4631760"/>
                <a:ext cx="3369600" cy="397800"/>
              </a:xfrm>
              <a:prstGeom prst="rect">
                <a:avLst/>
              </a:prstGeom>
              <a:blipFill>
                <a:blip r:embed="rId6"/>
                <a:stretch>
                  <a:fillRect/>
                </a:stretch>
              </a:blipFill>
            </p:spPr>
          </p:sp>
        </mc:Fallback>
      </mc:AlternateContent>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Random Forest</a:t>
            </a:r>
            <a:endParaRPr b="0" lang="en-US" sz="4400" strike="noStrike" u="none">
              <a:solidFill>
                <a:srgbClr val="000000"/>
              </a:solidFill>
              <a:uFillTx/>
              <a:latin typeface="Arial"/>
            </a:endParaRPr>
          </a:p>
        </p:txBody>
      </p:sp>
      <p:pic>
        <p:nvPicPr>
          <p:cNvPr id="119" name="" descr=""/>
          <p:cNvPicPr/>
          <p:nvPr/>
        </p:nvPicPr>
        <p:blipFill>
          <a:blip r:embed="rId1"/>
          <a:stretch/>
        </p:blipFill>
        <p:spPr>
          <a:xfrm>
            <a:off x="2743200" y="1143000"/>
            <a:ext cx="5670360" cy="434340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Random Forest</a:t>
            </a:r>
            <a:endParaRPr b="0" lang="en-US" sz="4400" strike="noStrike" u="none">
              <a:solidFill>
                <a:srgbClr val="000000"/>
              </a:solidFill>
              <a:uFillTx/>
              <a:latin typeface="Arial"/>
            </a:endParaRPr>
          </a:p>
        </p:txBody>
      </p:sp>
      <p:sp>
        <p:nvSpPr>
          <p:cNvPr id="121" name="PlaceHolder 2"/>
          <p:cNvSpPr>
            <a:spLocks noGrp="1"/>
          </p:cNvSpPr>
          <p:nvPr>
            <p:ph/>
          </p:nvPr>
        </p:nvSpPr>
        <p:spPr>
          <a:xfrm>
            <a:off x="540000" y="1440000"/>
            <a:ext cx="8998920" cy="3508920"/>
          </a:xfrm>
          <a:prstGeom prst="rect">
            <a:avLst/>
          </a:prstGeom>
          <a:noFill/>
          <a:ln w="0">
            <a:noFill/>
          </a:ln>
        </p:spPr>
        <p:txBody>
          <a:bodyPr lIns="0" rIns="0" tIns="0" bIns="0" anchor="t">
            <a:normAutofit lnSpcReduction="9999"/>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Fit a model between log(y) and X</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log(y) = natural logarithm of the revenue</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ea typeface="Microsoft YaHei"/>
              </a:rPr>
              <a:t>X = [Clicks, Click Rate, PageViews, EmailCapture, Transactions, Creative_Type, Placement_CostModel, Placement_TargetingStrategy, AdSize, PC1, PC2]</a:t>
            </a:r>
            <a:endParaRPr b="0" lang="en-US" sz="3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Random Forest</a:t>
            </a:r>
            <a:endParaRPr b="0" lang="en-US" sz="4400" strike="noStrike" u="none">
              <a:solidFill>
                <a:srgbClr val="000000"/>
              </a:solidFill>
              <a:uFillTx/>
              <a:latin typeface="Arial"/>
            </a:endParaRPr>
          </a:p>
        </p:txBody>
      </p:sp>
      <p:sp>
        <p:nvSpPr>
          <p:cNvPr id="123" name=""/>
          <p:cNvSpPr/>
          <p:nvPr/>
        </p:nvSpPr>
        <p:spPr>
          <a:xfrm>
            <a:off x="5943600" y="3867480"/>
            <a:ext cx="3656880" cy="114228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pPr algn="ctr">
              <a:lnSpc>
                <a:spcPct val="100000"/>
              </a:lnSpc>
            </a:pPr>
            <a:r>
              <a:rPr b="0" lang="en-US" sz="1800" strike="noStrike" u="none">
                <a:solidFill>
                  <a:srgbClr val="000000"/>
                </a:solidFill>
                <a:uFillTx/>
                <a:latin typeface="Arial"/>
                <a:ea typeface="DejaVu Sans"/>
              </a:rPr>
              <a:t>Median(%IncMSE) = 4.9021</a:t>
            </a:r>
            <a:endParaRPr b="0" lang="en-US" sz="1800" strike="noStrike" u="none">
              <a:solidFill>
                <a:srgbClr val="000000"/>
              </a:solidFill>
              <a:uFillTx/>
              <a:latin typeface="Arial"/>
            </a:endParaRPr>
          </a:p>
        </p:txBody>
      </p:sp>
      <p:pic>
        <p:nvPicPr>
          <p:cNvPr id="124" name="" descr=""/>
          <p:cNvPicPr/>
          <p:nvPr/>
        </p:nvPicPr>
        <p:blipFill>
          <a:blip r:embed="rId1"/>
          <a:stretch/>
        </p:blipFill>
        <p:spPr>
          <a:xfrm>
            <a:off x="228600" y="1143000"/>
            <a:ext cx="5486400" cy="4527360"/>
          </a:xfrm>
          <a:prstGeom prst="rect">
            <a:avLst/>
          </a:prstGeom>
          <a:noFill/>
          <a:ln w="0">
            <a:noFill/>
          </a:ln>
        </p:spPr>
      </p:pic>
      <p:sp>
        <p:nvSpPr>
          <p:cNvPr id="125" name=""/>
          <p:cNvSpPr txBox="1"/>
          <p:nvPr/>
        </p:nvSpPr>
        <p:spPr>
          <a:xfrm>
            <a:off x="5715000" y="2057400"/>
            <a:ext cx="4355640" cy="1810080"/>
          </a:xfrm>
          <a:prstGeom prst="rect">
            <a:avLst/>
          </a:prstGeom>
          <a:noFill/>
          <a:ln w="0">
            <a:noFill/>
          </a:ln>
        </p:spPr>
        <p:txBody>
          <a:bodyPr lIns="90000" rIns="90000" tIns="45000" bIns="45000" anchor="t">
            <a:noAutofit/>
          </a:bodyPr>
          <a:p>
            <a:r>
              <a:rPr b="0" lang="en-US" sz="1000" strike="noStrike" u="none">
                <a:solidFill>
                  <a:srgbClr val="000000"/>
                </a:solidFill>
                <a:uFillTx/>
                <a:latin typeface="Liberation Mono;Cumberland AMT;Courier New;DejaVu Sans Mono;Lucida Sans Typewriter"/>
              </a:rPr>
              <a:t>                                 </a:t>
            </a:r>
            <a:r>
              <a:rPr b="0" lang="en-US" sz="1000" strike="noStrike" u="none">
                <a:solidFill>
                  <a:srgbClr val="000000"/>
                </a:solidFill>
                <a:uFillTx/>
                <a:latin typeface="Liberation Mono;Cumberland AMT;Courier New;DejaVu Sans Mono;Lucida Sans Typewriter"/>
              </a:rPr>
              <a:t>%IncMSE IncNodePurity</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Clicks                        1.58601975     18.318042</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Click.Rate                    3.19571821     17.218011</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PageViews                     8.75391476    928.364593</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EmailCapture                  0.06093398    265.656300</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Transactions                468.20633439  20807.813769</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PC1                           4.25494995     85.820986</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PC2                           9.16841991    172.754388</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Creative_Type                 0.16858884      7.100893</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Placement_CostModel           6.58180945      6.553663</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Placement_TargetingStrategy  10.36774469     49.767963</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a:p>
            <a:r>
              <a:rPr b="0" lang="en-US" sz="1000" strike="noStrike" u="none">
                <a:solidFill>
                  <a:srgbClr val="000000"/>
                </a:solidFill>
                <a:uFillTx/>
                <a:latin typeface="Liberation Mono;Cumberland AMT;Courier New;DejaVu Sans Mono;Lucida Sans Typewriter"/>
              </a:rPr>
              <a:t>AdSize                        4.90210013     38.596809 </a:t>
            </a:r>
            <a:endParaRPr b="0" lang="en-US" sz="1000" strike="noStrike" u="none">
              <a:solidFill>
                <a:srgbClr val="000000"/>
              </a:solidFill>
              <a:uFillTx/>
              <a:latin typeface="Liberation Mono;Cumberland AMT;Courier New;DejaVu Sans Mono;Lucida Sans Typewriter"/>
              <a:ea typeface="Liberation Mono;Cumberland AMT;Courier New;DejaVu Sans Mono;Lucida Sans Typewriter"/>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Random Forest</a:t>
            </a:r>
            <a:endParaRPr b="0" lang="en-US" sz="4400" strike="noStrike" u="none">
              <a:solidFill>
                <a:srgbClr val="000000"/>
              </a:solidFill>
              <a:uFillTx/>
              <a:latin typeface="Arial"/>
            </a:endParaRPr>
          </a:p>
        </p:txBody>
      </p:sp>
      <p:sp>
        <p:nvSpPr>
          <p:cNvPr id="127" name="PlaceHolder 2"/>
          <p:cNvSpPr>
            <a:spLocks noGrp="1"/>
          </p:cNvSpPr>
          <p:nvPr>
            <p:ph/>
          </p:nvPr>
        </p:nvSpPr>
        <p:spPr>
          <a:xfrm>
            <a:off x="540000" y="1440000"/>
            <a:ext cx="8998920" cy="3508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Fit a model between log(y) and X </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log(y) = natural logarithm of Revenue</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X = [PageViews, Transactions, PC2, Placement_CostModel, Placement_TargetingStrategy]</a:t>
            </a:r>
            <a:endParaRPr b="0" lang="en-US" sz="3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Random Forest</a:t>
            </a:r>
            <a:endParaRPr b="0" lang="en-US" sz="4400" strike="noStrike" u="none">
              <a:solidFill>
                <a:srgbClr val="000000"/>
              </a:solidFill>
              <a:uFillTx/>
              <a:latin typeface="Arial"/>
            </a:endParaRPr>
          </a:p>
        </p:txBody>
      </p:sp>
      <mc:AlternateContent>
        <mc:Choice xmlns:a14="http://schemas.microsoft.com/office/drawing/2010/main" Requires="a14">
          <p:sp>
            <p:nvSpPr>
              <p:cNvPr id="129" name=""/>
              <p:cNvSpPr txBox="1"/>
              <p:nvPr/>
            </p:nvSpPr>
            <p:spPr>
              <a:xfrm>
                <a:off x="4398480" y="2516760"/>
                <a:ext cx="1269720" cy="634680"/>
              </a:xfrm>
              <a:prstGeom prst="rect">
                <a:avLst/>
              </a:prstGeom>
            </p:spPr>
            <p:txBody>
              <a:bodyPr/>
              <a:p>
                <a14:m>
                  <m:oMath xmlns:m="http://schemas.openxmlformats.org/officeDocument/2006/math"/>
                </a14:m>
              </a:p>
            </p:txBody>
          </p:sp>
        </mc:Choice>
        <mc:Fallback>
          <p:sp>
            <p:nvSpPr>
              <p:cNvPr id="129" name=""/>
              <p:cNvSpPr txBox="1"/>
              <p:nvPr/>
            </p:nvSpPr>
            <p:spPr>
              <a:xfrm>
                <a:off x="4398480" y="2516760"/>
                <a:ext cx="1269720" cy="634680"/>
              </a:xfrm>
              <a:prstGeom prst="rect">
                <a:avLst/>
              </a:prstGeom>
              <a:blipFill>
                <a:blip r:embed="rId1"/>
                <a:stretch>
                  <a:fillRect/>
                </a:stretch>
              </a:blipFill>
            </p:spPr>
          </p:sp>
        </mc:Fallback>
      </mc:AlternateContent>
      <mc:AlternateContent>
        <mc:Choice xmlns:a14="http://schemas.microsoft.com/office/drawing/2010/main" Requires="a14">
          <p:sp>
            <p:nvSpPr>
              <p:cNvPr id="130" name=""/>
              <p:cNvSpPr txBox="1"/>
              <p:nvPr/>
            </p:nvSpPr>
            <p:spPr>
              <a:xfrm>
                <a:off x="234000" y="1281240"/>
                <a:ext cx="5982120" cy="675360"/>
              </a:xfrm>
              <a:prstGeom prst="rect">
                <a:avLst/>
              </a:prstGeom>
            </p:spPr>
            <p:txBody>
              <a:bodyPr/>
              <a:p>
                <a14:m>
                  <m:oMath xmlns:m="http://schemas.openxmlformats.org/officeDocument/2006/math">
                    <m:r>
                      <m:t xml:space="preserve">−</m:t>
                    </m:r>
                    <m:r>
                      <m:t xml:space="preserve">RMSE</m:t>
                    </m:r>
                    <m:r>
                      <m:t xml:space="preserve">=</m:t>
                    </m:r>
                    <m:rad>
                      <m:radPr>
                        <m:degHide m:val="1"/>
                      </m:radPr>
                      <m:deg/>
                      <m:e>
                        <m:nary>
                          <m:naryPr>
                            <m:chr m:val="∑"/>
                            <m:subHide m:val="1"/>
                            <m:supHide m:val="1"/>
                          </m:naryPr>
                          <m:sub/>
                          <m:sup/>
                          <m:e>
                            <m:sSup>
                              <m:e>
                                <m:d>
                                  <m:dPr>
                                    <m:begChr m:val="("/>
                                    <m:endChr m:val=")"/>
                                  </m:dPr>
                                  <m:e>
                                    <m:r>
                                      <m:t xml:space="preserve">log</m:t>
                                    </m:r>
                                    <m:d>
                                      <m:dPr>
                                        <m:begChr m:val="("/>
                                        <m:endChr m:val=")"/>
                                      </m:dPr>
                                      <m:e>
                                        <m:sSub>
                                          <m:e>
                                            <m:r>
                                              <m:t xml:space="preserve">y</m:t>
                                            </m:r>
                                          </m:e>
                                          <m:sub>
                                            <m:r>
                                              <m:t xml:space="preserve">i</m:t>
                                            </m:r>
                                          </m:sub>
                                        </m:sSub>
                                      </m:e>
                                    </m:d>
                                    <m:r>
                                      <m:t xml:space="preserve">−</m:t>
                                    </m:r>
                                    <m:r>
                                      <m:t xml:space="preserve">log</m:t>
                                    </m:r>
                                    <m:d>
                                      <m:dPr>
                                        <m:begChr m:val="("/>
                                        <m:endChr m:val=")"/>
                                      </m:dPr>
                                      <m:e>
                                        <m:acc>
                                          <m:accPr>
                                            <m:chr m:val="^"/>
                                          </m:accPr>
                                          <m:e>
                                            <m:sSub>
                                              <m:e>
                                                <m:r>
                                                  <m:t xml:space="preserve">y</m:t>
                                                </m:r>
                                              </m:e>
                                              <m:sub>
                                                <m:r>
                                                  <m:t xml:space="preserve">i</m:t>
                                                </m:r>
                                              </m:sub>
                                            </m:sSub>
                                          </m:e>
                                        </m:acc>
                                      </m:e>
                                    </m:d>
                                  </m:e>
                                </m:d>
                              </m:e>
                              <m:sup>
                                <m:r>
                                  <m:t xml:space="preserve">2</m:t>
                                </m:r>
                              </m:sup>
                            </m:sSup>
                          </m:e>
                        </m:nary>
                      </m:e>
                    </m:rad>
                    <m:r>
                      <m:t xml:space="preserve">=</m:t>
                    </m:r>
                    <m:r>
                      <m:t xml:space="preserve">0.055</m:t>
                    </m:r>
                  </m:oMath>
                </a14:m>
              </a:p>
            </p:txBody>
          </p:sp>
        </mc:Choice>
        <mc:Fallback>
          <p:sp>
            <p:nvSpPr>
              <p:cNvPr id="130" name=""/>
              <p:cNvSpPr txBox="1"/>
              <p:nvPr/>
            </p:nvSpPr>
            <p:spPr>
              <a:xfrm>
                <a:off x="234000" y="1281240"/>
                <a:ext cx="5982120" cy="675360"/>
              </a:xfrm>
              <a:prstGeom prst="rect">
                <a:avLst/>
              </a:prstGeom>
              <a:blipFill>
                <a:blip r:embed="rId2"/>
                <a:stretch>
                  <a:fillRect/>
                </a:stretch>
              </a:blipFill>
            </p:spPr>
          </p:sp>
        </mc:Fallback>
      </mc:AlternateContent>
      <mc:AlternateContent>
        <mc:Choice xmlns:a14="http://schemas.microsoft.com/office/drawing/2010/main" Requires="a14">
          <p:sp>
            <p:nvSpPr>
              <p:cNvPr id="131" name=""/>
              <p:cNvSpPr txBox="1"/>
              <p:nvPr/>
            </p:nvSpPr>
            <p:spPr>
              <a:xfrm>
                <a:off x="182520" y="2141640"/>
                <a:ext cx="9146880" cy="1287360"/>
              </a:xfrm>
              <a:prstGeom prst="rect">
                <a:avLst/>
              </a:prstGeom>
            </p:spPr>
            <p:txBody>
              <a:bodyPr/>
              <a:p>
                <a14:m>
                  <m:oMath xmlns:m="http://schemas.openxmlformats.org/officeDocument/2006/math">
                    <m:r>
                      <m:t xml:space="preserve">−</m:t>
                    </m:r>
                    <m:sSup>
                      <m:e>
                        <m:r>
                          <m:t xml:space="preserve">R</m:t>
                        </m:r>
                      </m:e>
                      <m:sup>
                        <m:r>
                          <m:t xml:space="preserve">2</m:t>
                        </m:r>
                      </m:sup>
                    </m:sSup>
                    <m:r>
                      <m:t xml:space="preserve">=</m:t>
                    </m:r>
                    <m:r>
                      <m:t xml:space="preserve">1</m:t>
                    </m:r>
                    <m:r>
                      <m:t xml:space="preserve">−</m:t>
                    </m:r>
                    <m:nary>
                      <m:naryPr>
                        <m:chr m:val="∑"/>
                        <m:subHide m:val="1"/>
                        <m:supHide m:val="1"/>
                      </m:naryPr>
                      <m:sub/>
                      <m:sup/>
                      <m:e>
                        <m:sSup>
                          <m:e>
                            <m:d>
                              <m:dPr>
                                <m:begChr m:val="("/>
                                <m:endChr m:val=")"/>
                              </m:dPr>
                              <m:e>
                                <m:r>
                                  <m:t xml:space="preserve">log</m:t>
                                </m:r>
                                <m:d>
                                  <m:dPr>
                                    <m:begChr m:val="("/>
                                    <m:endChr m:val=")"/>
                                  </m:dPr>
                                  <m:e>
                                    <m:sSub>
                                      <m:e>
                                        <m:r>
                                          <m:t xml:space="preserve">y</m:t>
                                        </m:r>
                                      </m:e>
                                      <m:sub>
                                        <m:r>
                                          <m:t xml:space="preserve">i</m:t>
                                        </m:r>
                                      </m:sub>
                                    </m:sSub>
                                  </m:e>
                                </m:d>
                                <m:r>
                                  <m:t xml:space="preserve">−</m:t>
                                </m:r>
                                <m:r>
                                  <m:t xml:space="preserve">log</m:t>
                                </m:r>
                                <m:d>
                                  <m:dPr>
                                    <m:begChr m:val="("/>
                                    <m:endChr m:val=")"/>
                                  </m:dPr>
                                  <m:e>
                                    <m:acc>
                                      <m:accPr>
                                        <m:chr m:val="^"/>
                                      </m:accPr>
                                      <m:e>
                                        <m:sSub>
                                          <m:e>
                                            <m:r>
                                              <m:t xml:space="preserve">y</m:t>
                                            </m:r>
                                          </m:e>
                                          <m:sub>
                                            <m:r>
                                              <m:t xml:space="preserve">i</m:t>
                                            </m:r>
                                          </m:sub>
                                        </m:sSub>
                                      </m:e>
                                    </m:acc>
                                  </m:e>
                                </m:d>
                              </m:e>
                            </m:d>
                          </m:e>
                          <m:sup>
                            <m:r>
                              <m:t xml:space="preserve">2</m:t>
                            </m:r>
                          </m:sup>
                        </m:sSup>
                      </m:e>
                    </m:nary>
                    <m:nary>
                      <m:naryPr>
                        <m:chr m:val="∑"/>
                        <m:subHide m:val="1"/>
                        <m:supHide m:val="1"/>
                      </m:naryPr>
                      <m:sub/>
                      <m:sup/>
                      <m:e>
                        <m:sSup>
                          <m:e>
                            <m:d>
                              <m:dPr>
                                <m:begChr m:val="("/>
                                <m:endChr m:val=")"/>
                              </m:dPr>
                              <m:e>
                                <m:r>
                                  <m:t xml:space="preserve">log</m:t>
                                </m:r>
                                <m:d>
                                  <m:dPr>
                                    <m:begChr m:val="("/>
                                    <m:endChr m:val=")"/>
                                  </m:dPr>
                                  <m:e>
                                    <m:sSub>
                                      <m:e>
                                        <m:r>
                                          <m:t xml:space="preserve">y</m:t>
                                        </m:r>
                                      </m:e>
                                      <m:sub>
                                        <m:r>
                                          <m:t xml:space="preserve">i</m:t>
                                        </m:r>
                                      </m:sub>
                                    </m:sSub>
                                  </m:e>
                                </m:d>
                                <m:r>
                                  <m:t xml:space="preserve">−</m:t>
                                </m:r>
                                <m:acc>
                                  <m:accPr>
                                    <m:chr m:val="¯"/>
                                  </m:accPr>
                                  <m:e>
                                    <m:r>
                                      <m:t xml:space="preserve">log</m:t>
                                    </m:r>
                                    <m:d>
                                      <m:dPr>
                                        <m:begChr m:val="("/>
                                        <m:endChr m:val=")"/>
                                      </m:dPr>
                                      <m:e>
                                        <m:r>
                                          <m:t xml:space="preserve">y</m:t>
                                        </m:r>
                                      </m:e>
                                    </m:d>
                                  </m:e>
                                </m:acc>
                              </m:e>
                            </m:d>
                          </m:e>
                          <m:sup>
                            <m:r>
                              <m:t xml:space="preserve">2</m:t>
                            </m:r>
                          </m:sup>
                        </m:sSup>
                      </m:e>
                    </m:nary>
                    <m:r>
                      <m:t xml:space="preserve">=</m:t>
                    </m:r>
                    <m:r>
                      <m:t xml:space="preserve">0.9929</m:t>
                    </m:r>
                  </m:oMath>
                </a14:m>
              </a:p>
            </p:txBody>
          </p:sp>
        </mc:Choice>
        <mc:Fallback>
          <p:sp>
            <p:nvSpPr>
              <p:cNvPr id="131" name=""/>
              <p:cNvSpPr txBox="1"/>
              <p:nvPr/>
            </p:nvSpPr>
            <p:spPr>
              <a:xfrm>
                <a:off x="182520" y="2141640"/>
                <a:ext cx="9146880" cy="1287360"/>
              </a:xfrm>
              <a:prstGeom prst="rect">
                <a:avLst/>
              </a:prstGeom>
              <a:blipFill>
                <a:blip r:embed="rId3"/>
                <a:stretch>
                  <a:fillRect/>
                </a:stretch>
              </a:blipFill>
            </p:spPr>
          </p:sp>
        </mc:Fallback>
      </mc:AlternateContent>
      <mc:AlternateContent>
        <mc:Choice xmlns:a14="http://schemas.microsoft.com/office/drawing/2010/main" Requires="a14">
          <p:sp>
            <p:nvSpPr>
              <p:cNvPr id="132" name=""/>
              <p:cNvSpPr txBox="1"/>
              <p:nvPr/>
            </p:nvSpPr>
            <p:spPr>
              <a:xfrm>
                <a:off x="182520" y="3429000"/>
                <a:ext cx="6235920" cy="624600"/>
              </a:xfrm>
              <a:prstGeom prst="rect">
                <a:avLst/>
              </a:prstGeom>
            </p:spPr>
            <p:txBody>
              <a:bodyPr/>
              <a:p>
                <a14:m>
                  <m:oMath xmlns:m="http://schemas.openxmlformats.org/officeDocument/2006/math">
                    <m:r>
                      <m:t xml:space="preserve">−</m:t>
                    </m:r>
                    <m:r>
                      <m:t xml:space="preserve">MAE</m:t>
                    </m:r>
                    <m:r>
                      <m:t xml:space="preserve">=</m:t>
                    </m:r>
                    <m:d>
                      <m:dPr>
                        <m:begChr m:val="("/>
                        <m:endChr m:val=")"/>
                      </m:dPr>
                      <m:e>
                        <m:f>
                          <m:fPr>
                            <m:type m:val="lin"/>
                          </m:fPr>
                          <m:num>
                            <m:r>
                              <m:t xml:space="preserve">1</m:t>
                            </m:r>
                          </m:num>
                          <m:den>
                            <m:r>
                              <m:t xml:space="preserve">n</m:t>
                            </m:r>
                          </m:den>
                        </m:f>
                      </m:e>
                    </m:d>
                    <m:nary>
                      <m:naryPr>
                        <m:chr m:val="∑"/>
                        <m:subHide m:val="1"/>
                        <m:supHide m:val="1"/>
                      </m:naryPr>
                      <m:sub/>
                      <m:sup/>
                      <m:e>
                        <m:d>
                          <m:dPr>
                            <m:begChr m:val="|"/>
                            <m:endChr m:val="|"/>
                          </m:dPr>
                          <m:e>
                            <m:r>
                              <m:t xml:space="preserve">log</m:t>
                            </m:r>
                            <m:d>
                              <m:dPr>
                                <m:begChr m:val="("/>
                                <m:endChr m:val=")"/>
                              </m:dPr>
                              <m:e>
                                <m:sSub>
                                  <m:e>
                                    <m:r>
                                      <m:t xml:space="preserve">y</m:t>
                                    </m:r>
                                  </m:e>
                                  <m:sub>
                                    <m:r>
                                      <m:t xml:space="preserve">i</m:t>
                                    </m:r>
                                  </m:sub>
                                </m:sSub>
                              </m:e>
                            </m:d>
                            <m:r>
                              <m:t xml:space="preserve">−</m:t>
                            </m:r>
                            <m:acc>
                              <m:accPr>
                                <m:chr m:val="¯"/>
                              </m:accPr>
                              <m:e>
                                <m:r>
                                  <m:t xml:space="preserve">log</m:t>
                                </m:r>
                                <m:d>
                                  <m:dPr>
                                    <m:begChr m:val="("/>
                                    <m:endChr m:val=")"/>
                                  </m:dPr>
                                  <m:e>
                                    <m:r>
                                      <m:t xml:space="preserve">y</m:t>
                                    </m:r>
                                  </m:e>
                                </m:d>
                              </m:e>
                            </m:acc>
                          </m:e>
                        </m:d>
                      </m:e>
                    </m:nary>
                    <m:r>
                      <m:t xml:space="preserve">=</m:t>
                    </m:r>
                    <m:r>
                      <m:t xml:space="preserve">0.0069</m:t>
                    </m:r>
                  </m:oMath>
                </a14:m>
              </a:p>
            </p:txBody>
          </p:sp>
        </mc:Choice>
        <mc:Fallback>
          <p:sp>
            <p:nvSpPr>
              <p:cNvPr id="132" name=""/>
              <p:cNvSpPr txBox="1"/>
              <p:nvPr/>
            </p:nvSpPr>
            <p:spPr>
              <a:xfrm>
                <a:off x="182520" y="3429000"/>
                <a:ext cx="6235920" cy="624600"/>
              </a:xfrm>
              <a:prstGeom prst="rect">
                <a:avLst/>
              </a:prstGeom>
              <a:blipFill>
                <a:blip r:embed="rId4"/>
                <a:stretch>
                  <a:fillRect/>
                </a:stretch>
              </a:blipFill>
            </p:spPr>
          </p:sp>
        </mc:Fallback>
      </mc:AlternateContent>
      <mc:AlternateContent>
        <mc:Choice xmlns:a14="http://schemas.microsoft.com/office/drawing/2010/main" Requires="a14">
          <p:sp>
            <p:nvSpPr>
              <p:cNvPr id="133" name=""/>
              <p:cNvSpPr txBox="1"/>
              <p:nvPr/>
            </p:nvSpPr>
            <p:spPr>
              <a:xfrm>
                <a:off x="228600" y="4137480"/>
                <a:ext cx="3188520" cy="443520"/>
              </a:xfrm>
              <a:prstGeom prst="rect">
                <a:avLst/>
              </a:prstGeom>
            </p:spPr>
            <p:txBody>
              <a:bodyPr/>
              <a:p>
                <a14:m>
                  <m:oMath xmlns:m="http://schemas.openxmlformats.org/officeDocument/2006/math">
                    <m:r>
                      <m:t xml:space="preserve">−</m:t>
                    </m:r>
                    <m:r>
                      <m:t xml:space="preserve">0.20</m:t>
                    </m:r>
                    <m:r>
                      <m:t xml:space="preserve">∗</m:t>
                    </m:r>
                    <m:acc>
                      <m:accPr>
                        <m:chr m:val="¯"/>
                      </m:accPr>
                      <m:e>
                        <m:r>
                          <m:t xml:space="preserve">log</m:t>
                        </m:r>
                        <m:d>
                          <m:dPr>
                            <m:begChr m:val="("/>
                            <m:endChr m:val=")"/>
                          </m:dPr>
                          <m:e>
                            <m:r>
                              <m:t xml:space="preserve">y</m:t>
                            </m:r>
                          </m:e>
                        </m:d>
                      </m:e>
                    </m:acc>
                    <m:r>
                      <m:t xml:space="preserve">=</m:t>
                    </m:r>
                    <m:r>
                      <m:t xml:space="preserve">0.0208</m:t>
                    </m:r>
                  </m:oMath>
                </a14:m>
              </a:p>
            </p:txBody>
          </p:sp>
        </mc:Choice>
        <mc:Fallback>
          <p:sp>
            <p:nvSpPr>
              <p:cNvPr id="133" name=""/>
              <p:cNvSpPr txBox="1"/>
              <p:nvPr/>
            </p:nvSpPr>
            <p:spPr>
              <a:xfrm>
                <a:off x="228600" y="4137480"/>
                <a:ext cx="3188520" cy="443520"/>
              </a:xfrm>
              <a:prstGeom prst="rect">
                <a:avLst/>
              </a:prstGeom>
              <a:blipFill>
                <a:blip r:embed="rId5"/>
                <a:stretch>
                  <a:fillRect/>
                </a:stretch>
              </a:blipFill>
            </p:spPr>
          </p:sp>
        </mc:Fallback>
      </mc:AlternateContent>
      <mc:AlternateContent>
        <mc:Choice xmlns:a14="http://schemas.microsoft.com/office/drawing/2010/main" Requires="a14">
          <p:sp>
            <p:nvSpPr>
              <p:cNvPr id="134" name=""/>
              <p:cNvSpPr txBox="1"/>
              <p:nvPr/>
            </p:nvSpPr>
            <p:spPr>
              <a:xfrm>
                <a:off x="259920" y="4631400"/>
                <a:ext cx="4075200" cy="397800"/>
              </a:xfrm>
              <a:prstGeom prst="rect">
                <a:avLst/>
              </a:prstGeom>
            </p:spPr>
            <p:txBody>
              <a:bodyPr/>
              <a:p>
                <a14:m>
                  <m:oMath xmlns:m="http://schemas.openxmlformats.org/officeDocument/2006/math">
                    <m:r>
                      <m:t xml:space="preserve">−</m:t>
                    </m:r>
                    <m:r>
                      <m:t xml:space="preserve">0.20</m:t>
                    </m:r>
                    <m:r>
                      <m:t xml:space="preserve">∗</m:t>
                    </m:r>
                    <m:r>
                      <m:t xml:space="preserve">range</m:t>
                    </m:r>
                    <m:d>
                      <m:dPr>
                        <m:begChr m:val="("/>
                        <m:endChr m:val=")"/>
                      </m:dPr>
                      <m:e>
                        <m:r>
                          <m:t xml:space="preserve">log</m:t>
                        </m:r>
                        <m:d>
                          <m:dPr>
                            <m:begChr m:val="("/>
                            <m:endChr m:val=")"/>
                          </m:dPr>
                          <m:e>
                            <m:r>
                              <m:t xml:space="preserve">y</m:t>
                            </m:r>
                          </m:e>
                        </m:d>
                      </m:e>
                    </m:d>
                    <m:r>
                      <m:t xml:space="preserve">=</m:t>
                    </m:r>
                    <m:r>
                      <m:t xml:space="preserve">1.104</m:t>
                    </m:r>
                  </m:oMath>
                </a14:m>
              </a:p>
            </p:txBody>
          </p:sp>
        </mc:Choice>
        <mc:Fallback>
          <p:sp>
            <p:nvSpPr>
              <p:cNvPr id="134" name=""/>
              <p:cNvSpPr txBox="1"/>
              <p:nvPr/>
            </p:nvSpPr>
            <p:spPr>
              <a:xfrm>
                <a:off x="259920" y="4631400"/>
                <a:ext cx="4075200" cy="397800"/>
              </a:xfrm>
              <a:prstGeom prst="rect">
                <a:avLst/>
              </a:prstGeom>
              <a:blipFill>
                <a:blip r:embed="rId6"/>
                <a:stretch>
                  <a:fillRect/>
                </a:stretch>
              </a:blipFill>
            </p:spPr>
          </p:sp>
        </mc:Fallback>
      </mc:AlternateContent>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Random Forest</a:t>
            </a:r>
            <a:endParaRPr b="0" lang="en-US" sz="4400" strike="noStrike" u="none">
              <a:solidFill>
                <a:srgbClr val="000000"/>
              </a:solidFill>
              <a:uFillTx/>
              <a:latin typeface="Arial"/>
            </a:endParaRPr>
          </a:p>
        </p:txBody>
      </p:sp>
      <p:sp>
        <p:nvSpPr>
          <p:cNvPr id="136" name=""/>
          <p:cNvSpPr/>
          <p:nvPr/>
        </p:nvSpPr>
        <p:spPr>
          <a:xfrm>
            <a:off x="2188800" y="4066560"/>
            <a:ext cx="1269000" cy="39276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uFillTx/>
              <a:latin typeface="Arial"/>
              <a:ea typeface="DejaVu Sans"/>
            </a:endParaRPr>
          </a:p>
        </p:txBody>
      </p:sp>
      <p:pic>
        <p:nvPicPr>
          <p:cNvPr id="137" name="" descr=""/>
          <p:cNvPicPr/>
          <p:nvPr/>
        </p:nvPicPr>
        <p:blipFill>
          <a:blip r:embed="rId2"/>
          <a:stretch/>
        </p:blipFill>
        <p:spPr>
          <a:xfrm>
            <a:off x="2330640" y="1143000"/>
            <a:ext cx="5670360" cy="452736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Random Forest</a:t>
            </a:r>
            <a:endParaRPr b="0" lang="en-US" sz="4400" strike="noStrike" u="none">
              <a:solidFill>
                <a:srgbClr val="000000"/>
              </a:solidFill>
              <a:uFillTx/>
              <a:latin typeface="Arial"/>
            </a:endParaRPr>
          </a:p>
        </p:txBody>
      </p:sp>
      <p:sp>
        <p:nvSpPr>
          <p:cNvPr id="139" name="PlaceHolder 2"/>
          <p:cNvSpPr>
            <a:spLocks noGrp="1"/>
          </p:cNvSpPr>
          <p:nvPr>
            <p:ph/>
          </p:nvPr>
        </p:nvSpPr>
        <p:spPr>
          <a:xfrm>
            <a:off x="540000" y="1440000"/>
            <a:ext cx="8998920" cy="3508920"/>
          </a:xfrm>
          <a:prstGeom prst="rect">
            <a:avLst/>
          </a:prstGeom>
          <a:noFill/>
          <a:ln w="0">
            <a:noFill/>
          </a:ln>
        </p:spPr>
        <p:txBody>
          <a:bodyPr lIns="0" rIns="0" tIns="0" bIns="0" anchor="t">
            <a:normAutofit fontScale="85000" lnSpcReduction="9999"/>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By the end, it was found that PageViews, Transactions, PC2, Placement_CostModel and  Placement_TargetingStrategy affected the Revenue</a:t>
            </a:r>
            <a:endParaRPr b="0" lang="en-US" sz="3200" strike="noStrike" u="none">
              <a:solidFill>
                <a:srgbClr val="000000"/>
              </a:solidFill>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3200" strike="noStrike" u="none">
                <a:solidFill>
                  <a:srgbClr val="000000"/>
                </a:solidFill>
                <a:uFillTx/>
                <a:latin typeface="Arial"/>
                <a:ea typeface="Microsoft YaHei"/>
              </a:rPr>
              <a:t>It is recommended to create an advertisement that highlights key metrics such as the number of visits, associated transactions, its placement and associated cost, and the target audience. These factors will help guide the investment of $250K over the next month.  </a:t>
            </a:r>
            <a:endParaRPr b="0" lang="en-US" sz="3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540000" y="90000"/>
            <a:ext cx="8998920" cy="988920"/>
          </a:xfrm>
          <a:prstGeom prst="rect">
            <a:avLst/>
          </a:prstGeom>
          <a:noFill/>
          <a:ln w="0">
            <a:noFill/>
          </a:ln>
        </p:spPr>
        <p:txBody>
          <a:bodyPr lIns="0" rIns="0" tIns="0" bIns="0" anchor="ctr">
            <a:noAutofit/>
          </a:bodyPr>
          <a:p>
            <a:pPr indent="0">
              <a:lnSpc>
                <a:spcPct val="100000"/>
              </a:lnSpc>
              <a:buNone/>
              <a:tabLst>
                <a:tab algn="l" pos="0"/>
              </a:tabLst>
            </a:pPr>
            <a:r>
              <a:rPr b="0" lang="en-US" sz="4400" strike="noStrike" u="none">
                <a:solidFill>
                  <a:srgbClr val="ffffff"/>
                </a:solidFill>
                <a:uFillTx/>
                <a:latin typeface="Arial"/>
              </a:rPr>
              <a:t>Future Work</a:t>
            </a:r>
            <a:endParaRPr b="0" lang="en-US" sz="4400" strike="noStrike" u="none">
              <a:solidFill>
                <a:srgbClr val="000000"/>
              </a:solidFill>
              <a:uFillTx/>
              <a:latin typeface="Arial"/>
            </a:endParaRPr>
          </a:p>
        </p:txBody>
      </p:sp>
      <p:sp>
        <p:nvSpPr>
          <p:cNvPr id="141" name="PlaceHolder 2"/>
          <p:cNvSpPr>
            <a:spLocks noGrp="1"/>
          </p:cNvSpPr>
          <p:nvPr>
            <p:ph/>
          </p:nvPr>
        </p:nvSpPr>
        <p:spPr>
          <a:xfrm>
            <a:off x="540000" y="1440000"/>
            <a:ext cx="8998920" cy="3508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Add other variables of interest such as Creative_Color to see if the linear regression model improves</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Fit other machine learning models such as Neural Network, Gradient Boosting, etc. to see if the RMSE improves</a:t>
            </a:r>
            <a:endParaRPr b="0" lang="en-US" sz="3200" strike="noStrike" u="none">
              <a:solidFill>
                <a:srgbClr val="000000"/>
              </a:solidFill>
              <a:uFillTx/>
              <a:latin typeface="Arial"/>
            </a:endParaRPr>
          </a:p>
          <a:p>
            <a:pPr marL="432000" indent="0">
              <a:lnSpc>
                <a:spcPct val="100000"/>
              </a:lnSpc>
              <a:spcBef>
                <a:spcPts val="1417"/>
              </a:spcBef>
              <a:buNone/>
              <a:tabLst>
                <a:tab algn="l" pos="0"/>
              </a:tabLst>
            </a:pPr>
            <a:endParaRPr b="0" lang="en-US" sz="3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1203</TotalTime>
  <Application>LibreOffice/24.8.4.2$Windows_X86_64 LibreOffice_project/bb3cfa12c7b1bf994ecc5649a80400d06cd71002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2025-01-17T11:29:33Z</dcterms:created>
  <dc:creator/>
  <dc:description/>
  <dc:language>en-US</dc:language>
  <cp:lastModifiedBy/>
  <cp:lastPrinted>2025-01-21T22:39:17Z</cp:lastPrinted>
  <dcterms:modified xsi:type="dcterms:W3CDTF">2025-01-21T22:50:42Z</dcterms:modified>
  <cp:revision>149</cp:revision>
  <dc:subject/>
  <dc:title>Vivid</dc:title>
</cp:coreProperties>
</file>

<file path=docProps/custom.xml><?xml version="1.0" encoding="utf-8"?>
<Properties xmlns="http://schemas.openxmlformats.org/officeDocument/2006/custom-properties" xmlns:vt="http://schemas.openxmlformats.org/officeDocument/2006/docPropsVTypes"/>
</file>